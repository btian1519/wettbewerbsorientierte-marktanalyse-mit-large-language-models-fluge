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8" r:id="rId1"/>
  </p:sldMasterIdLst>
  <p:notesMasterIdLst>
    <p:notesMasterId r:id="rId11"/>
  </p:notesMasterIdLst>
  <p:handoutMasterIdLst>
    <p:handoutMasterId r:id="rId12"/>
  </p:handoutMasterIdLst>
  <p:sldIdLst>
    <p:sldId id="351" r:id="rId2"/>
    <p:sldId id="359" r:id="rId3"/>
    <p:sldId id="352" r:id="rId4"/>
    <p:sldId id="353" r:id="rId5"/>
    <p:sldId id="354" r:id="rId6"/>
    <p:sldId id="355" r:id="rId7"/>
    <p:sldId id="356" r:id="rId8"/>
    <p:sldId id="357" r:id="rId9"/>
    <p:sldId id="358" r:id="rId10"/>
  </p:sldIdLst>
  <p:sldSz cx="12192000" cy="6858000"/>
  <p:notesSz cx="7099300" cy="1023461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schert, Sandra" initials="PS" lastIdx="14" clrIdx="0">
    <p:extLst>
      <p:ext uri="{19B8F6BF-5375-455C-9EA6-DF929625EA0E}">
        <p15:presenceInfo xmlns:p15="http://schemas.microsoft.com/office/powerpoint/2012/main" userId="Paschert, Sand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9F"/>
    <a:srgbClr val="CAE7E7"/>
    <a:srgbClr val="89CCCF"/>
    <a:srgbClr val="00B1B7"/>
    <a:srgbClr val="2D7F83"/>
    <a:srgbClr val="9C9E9F"/>
    <a:srgbClr val="8EBAE5"/>
    <a:srgbClr val="646567"/>
    <a:srgbClr val="B3DBFF"/>
    <a:srgbClr val="7DA4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BDA7B9-39C8-40EF-8745-006A9665BD74}" v="658" dt="2026-04-29T14:52:09.4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3" d="100"/>
          <a:sy n="73" d="100"/>
        </p:scale>
        <p:origin x="400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Pochhammer" userId="9ab6c6786c526755" providerId="LiveId" clId="{03E3BA8E-12F4-4F1F-B605-35B4BCA65135}"/>
    <pc:docChg chg="undo custSel addSld delSld modSld sldOrd modMainMaster modNotesMaster">
      <pc:chgData name="Oscar Pochhammer" userId="9ab6c6786c526755" providerId="LiveId" clId="{03E3BA8E-12F4-4F1F-B605-35B4BCA65135}" dt="2026-04-29T14:52:09.463" v="2741" actId="20577"/>
      <pc:docMkLst>
        <pc:docMk/>
      </pc:docMkLst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0" sldId="258"/>
        </pc:sldMkLst>
        <pc:spChg chg="mod">
          <ac:chgData name="Oscar Pochhammer" userId="9ab6c6786c526755" providerId="LiveId" clId="{03E3BA8E-12F4-4F1F-B605-35B4BCA65135}" dt="2026-04-29T14:34:32.940" v="1398"/>
          <ac:spMkLst>
            <pc:docMk/>
            <pc:sldMk cId="0" sldId="258"/>
            <ac:spMk id="1229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0" sldId="258"/>
            <ac:spMk id="12291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388" v="1758"/>
          <ac:graphicFrameMkLst>
            <pc:docMk/>
            <pc:sldMk cId="0" sldId="258"/>
            <ac:graphicFrameMk id="2" creationId="{32B7051A-3A7D-CC33-0C59-52291953EFD7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665602429" sldId="265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5602429" sldId="265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5602429" sldId="265"/>
            <ac:spMk id="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5602429" sldId="265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5602429" sldId="265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5602429" sldId="265"/>
            <ac:spMk id="11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5602429" sldId="265"/>
            <ac:spMk id="1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058" v="837" actId="947"/>
          <ac:spMkLst>
            <pc:docMk/>
            <pc:sldMk cId="1665602429" sldId="265"/>
            <ac:spMk id="13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5602429" sldId="265"/>
            <ac:spMk id="3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5602429" sldId="265"/>
            <ac:spMk id="33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5602429" sldId="265"/>
            <ac:spMk id="4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920" v="1386"/>
          <ac:spMkLst>
            <pc:docMk/>
            <pc:sldMk cId="1665602429" sldId="265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315" v="1688"/>
          <ac:graphicFrameMkLst>
            <pc:docMk/>
            <pc:sldMk cId="1665602429" sldId="265"/>
            <ac:graphicFrameMk id="16" creationId="{8272F544-BCE4-0EB8-A940-DB114B9AFE13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3087913155" sldId="273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087913155" sldId="273"/>
            <ac:spMk id="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087913155" sldId="273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087913155" sldId="273"/>
            <ac:spMk id="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087913155" sldId="273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087913155" sldId="273"/>
            <ac:spMk id="11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087913155" sldId="273"/>
            <ac:spMk id="24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934" v="1395"/>
          <ac:spMkLst>
            <pc:docMk/>
            <pc:sldMk cId="3087913155" sldId="273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374" v="1744"/>
          <ac:graphicFrameMkLst>
            <pc:docMk/>
            <pc:sldMk cId="3087913155" sldId="273"/>
            <ac:graphicFrameMk id="4" creationId="{67A43F1C-CC03-4D23-A852-B9C6C6034F4F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632757064" sldId="302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32757064" sldId="302"/>
            <ac:spMk id="5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32757064" sldId="302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32757064" sldId="302"/>
            <ac:spMk id="13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32757064" sldId="302"/>
            <ac:spMk id="15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32757064" sldId="302"/>
            <ac:spMk id="1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32757064" sldId="302"/>
            <ac:spMk id="1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32757064" sldId="302"/>
            <ac:spMk id="21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894" v="1374"/>
          <ac:spMkLst>
            <pc:docMk/>
            <pc:sldMk cId="1632757064" sldId="302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257" v="1632"/>
          <ac:graphicFrameMkLst>
            <pc:docMk/>
            <pc:sldMk cId="1632757064" sldId="302"/>
            <ac:graphicFrameMk id="2" creationId="{55218B81-5EC1-2731-E971-7AD5E80E3E75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668481820" sldId="303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8481820" sldId="303"/>
            <ac:spMk id="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8481820" sldId="303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8481820" sldId="303"/>
            <ac:spMk id="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8481820" sldId="303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668481820" sldId="303"/>
            <ac:spMk id="2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905" v="1380"/>
          <ac:spMkLst>
            <pc:docMk/>
            <pc:sldMk cId="1668481820" sldId="303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287" v="1660"/>
          <ac:graphicFrameMkLst>
            <pc:docMk/>
            <pc:sldMk cId="1668481820" sldId="303"/>
            <ac:graphicFrameMk id="3" creationId="{D5E1BF9E-F216-A6A6-6503-4127F8BB5977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3775275001" sldId="305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75275001" sldId="305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75275001" sldId="305"/>
            <ac:spMk id="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75275001" sldId="305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75275001" sldId="305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75275001" sldId="305"/>
            <ac:spMk id="11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75275001" sldId="305"/>
            <ac:spMk id="1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75275001" sldId="305"/>
            <ac:spMk id="13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75275001" sldId="305"/>
            <ac:spMk id="4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964" v="1413"/>
          <ac:spMkLst>
            <pc:docMk/>
            <pc:sldMk cId="3775275001" sldId="305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459" v="1828"/>
          <ac:graphicFrameMkLst>
            <pc:docMk/>
            <pc:sldMk cId="3775275001" sldId="305"/>
            <ac:graphicFrameMk id="16" creationId="{965C763A-0AE1-06E7-948A-8C984FEFC41A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904142787" sldId="306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904142787" sldId="306"/>
            <ac:spMk id="5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904142787" sldId="306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904142787" sldId="306"/>
            <ac:spMk id="24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904142787" sldId="306"/>
            <ac:spMk id="2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952" v="1407"/>
          <ac:spMkLst>
            <pc:docMk/>
            <pc:sldMk cId="904142787" sldId="306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431" v="1800"/>
          <ac:graphicFrameMkLst>
            <pc:docMk/>
            <pc:sldMk cId="904142787" sldId="306"/>
            <ac:graphicFrameMk id="3" creationId="{79D5A577-8049-2ECE-12AB-ACA7D98B899E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3780837923" sldId="308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80837923" sldId="308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80837923" sldId="308"/>
            <ac:spMk id="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80837923" sldId="308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80837923" sldId="308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80837923" sldId="308"/>
            <ac:spMk id="11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80837923" sldId="308"/>
            <ac:spMk id="1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80837923" sldId="308"/>
            <ac:spMk id="13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780837923" sldId="308"/>
            <ac:spMk id="4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975" v="1419"/>
          <ac:spMkLst>
            <pc:docMk/>
            <pc:sldMk cId="3780837923" sldId="308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485" v="1856"/>
          <ac:graphicFrameMkLst>
            <pc:docMk/>
            <pc:sldMk cId="3780837923" sldId="308"/>
            <ac:graphicFrameMk id="16" creationId="{11923897-3295-3BB5-D366-8A027A88EE8C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442726925" sldId="311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42726925" sldId="311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42726925" sldId="311"/>
            <ac:spMk id="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42726925" sldId="311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42726925" sldId="311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42726925" sldId="311"/>
            <ac:spMk id="11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42726925" sldId="311"/>
            <ac:spMk id="1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42726925" sldId="311"/>
            <ac:spMk id="13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42726925" sldId="311"/>
            <ac:spMk id="4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995" v="1431"/>
          <ac:spMkLst>
            <pc:docMk/>
            <pc:sldMk cId="442726925" sldId="311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538" v="1912"/>
          <ac:graphicFrameMkLst>
            <pc:docMk/>
            <pc:sldMk cId="442726925" sldId="311"/>
            <ac:graphicFrameMk id="16" creationId="{E10EBB21-5FD3-F5E3-E72F-80D2913EF890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3273427671" sldId="312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273427671" sldId="312"/>
            <ac:spMk id="5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273427671" sldId="312"/>
            <ac:spMk id="13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273427671" sldId="312"/>
            <ac:spMk id="24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273427671" sldId="312"/>
            <ac:spMk id="2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944" v="1401"/>
          <ac:spMkLst>
            <pc:docMk/>
            <pc:sldMk cId="3273427671" sldId="312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401" v="1772"/>
          <ac:graphicFrameMkLst>
            <pc:docMk/>
            <pc:sldMk cId="3273427671" sldId="312"/>
            <ac:graphicFrameMk id="2" creationId="{24C1D78B-1F45-ABE2-3E96-74AD0F96749D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4031592695" sldId="313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031592695" sldId="313"/>
            <ac:spMk id="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031592695" sldId="313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031592695" sldId="313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031592695" sldId="313"/>
            <ac:spMk id="24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985" v="1425"/>
          <ac:spMkLst>
            <pc:docMk/>
            <pc:sldMk cId="4031592695" sldId="313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512" v="1884"/>
          <ac:graphicFrameMkLst>
            <pc:docMk/>
            <pc:sldMk cId="4031592695" sldId="313"/>
            <ac:graphicFrameMk id="3" creationId="{5E052602-BFF4-A17F-9480-5083D29CEEF2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388446298" sldId="315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88446298" sldId="315"/>
            <ac:spMk id="5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88446298" sldId="315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88446298" sldId="315"/>
            <ac:spMk id="24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88446298" sldId="315"/>
            <ac:spMk id="2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948" v="1404"/>
          <ac:spMkLst>
            <pc:docMk/>
            <pc:sldMk cId="1388446298" sldId="315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416" v="1786"/>
          <ac:graphicFrameMkLst>
            <pc:docMk/>
            <pc:sldMk cId="1388446298" sldId="315"/>
            <ac:graphicFrameMk id="3" creationId="{2F243617-5D22-EC2F-DB34-7648E71B675E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023980376" sldId="317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023980376" sldId="317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023980376" sldId="317"/>
            <ac:spMk id="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023980376" sldId="317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023980376" sldId="317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023980376" sldId="317"/>
            <ac:spMk id="11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023980376" sldId="317"/>
            <ac:spMk id="1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023980376" sldId="317"/>
            <ac:spMk id="13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023980376" sldId="317"/>
            <ac:spMk id="4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3.041" v="1458"/>
          <ac:spMkLst>
            <pc:docMk/>
            <pc:sldMk cId="1023980376" sldId="317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656" v="2038"/>
          <ac:graphicFrameMkLst>
            <pc:docMk/>
            <pc:sldMk cId="1023980376" sldId="317"/>
            <ac:graphicFrameMk id="16" creationId="{5F4560C4-1E91-F64A-8ECC-E1EA9E2E5817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520910582" sldId="319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20910582" sldId="319"/>
            <ac:spMk id="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20910582" sldId="319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20910582" sldId="319"/>
            <ac:spMk id="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20910582" sldId="319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20910582" sldId="319"/>
            <ac:spMk id="15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20910582" sldId="319"/>
            <ac:spMk id="2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3.031" v="1452"/>
          <ac:spMkLst>
            <pc:docMk/>
            <pc:sldMk cId="1520910582" sldId="319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629" v="2010"/>
          <ac:graphicFrameMkLst>
            <pc:docMk/>
            <pc:sldMk cId="1520910582" sldId="319"/>
            <ac:graphicFrameMk id="3" creationId="{0982A1DA-C9A2-DB13-6822-37E3B8614EA6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4124727553" sldId="320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124727553" sldId="320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124727553" sldId="320"/>
            <ac:spMk id="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124727553" sldId="320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124727553" sldId="320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124727553" sldId="320"/>
            <ac:spMk id="11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124727553" sldId="320"/>
            <ac:spMk id="1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124727553" sldId="320"/>
            <ac:spMk id="13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124727553" sldId="320"/>
            <ac:spMk id="4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3.064" v="1470"/>
          <ac:spMkLst>
            <pc:docMk/>
            <pc:sldMk cId="4124727553" sldId="320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709" v="2094"/>
          <ac:graphicFrameMkLst>
            <pc:docMk/>
            <pc:sldMk cId="4124727553" sldId="320"/>
            <ac:graphicFrameMk id="16" creationId="{21F7970F-64DC-A487-7FA9-932EDEE9018F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4290878901" sldId="321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290878901" sldId="321"/>
            <ac:spMk id="5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290878901" sldId="321"/>
            <ac:spMk id="1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290878901" sldId="321"/>
            <ac:spMk id="24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290878901" sldId="321"/>
            <ac:spMk id="2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3.026" v="1449"/>
          <ac:spMkLst>
            <pc:docMk/>
            <pc:sldMk cId="4290878901" sldId="321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616" v="1996"/>
          <ac:graphicFrameMkLst>
            <pc:docMk/>
            <pc:sldMk cId="4290878901" sldId="321"/>
            <ac:graphicFrameMk id="2" creationId="{284D92D4-AD7C-404E-5AB3-FFB1C7BA03D0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594491527" sldId="323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94491527" sldId="323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94491527" sldId="323"/>
            <ac:spMk id="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94491527" sldId="323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94491527" sldId="323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94491527" sldId="323"/>
            <ac:spMk id="11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94491527" sldId="323"/>
            <ac:spMk id="1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94491527" sldId="323"/>
            <ac:spMk id="13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94491527" sldId="323"/>
            <ac:spMk id="4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3.070" v="1473"/>
          <ac:spMkLst>
            <pc:docMk/>
            <pc:sldMk cId="1594491527" sldId="323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723" v="2108"/>
          <ac:graphicFrameMkLst>
            <pc:docMk/>
            <pc:sldMk cId="1594491527" sldId="323"/>
            <ac:graphicFrameMk id="2" creationId="{A27E2AF8-188C-3439-20C2-2CF07EE9602D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533947459" sldId="324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33947459" sldId="324"/>
            <ac:spMk id="5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33947459" sldId="324"/>
            <ac:spMk id="14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33947459" sldId="324"/>
            <ac:spMk id="24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533947459" sldId="324"/>
            <ac:spMk id="2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3.036" v="1455"/>
          <ac:spMkLst>
            <pc:docMk/>
            <pc:sldMk cId="1533947459" sldId="324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643" v="2024"/>
          <ac:graphicFrameMkLst>
            <pc:docMk/>
            <pc:sldMk cId="1533947459" sldId="324"/>
            <ac:graphicFrameMk id="2" creationId="{C2DE3B16-3666-B8B3-E239-BFDFE3006D50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127055267" sldId="326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127055267" sldId="326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127055267" sldId="326"/>
            <ac:spMk id="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127055267" sldId="326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127055267" sldId="326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127055267" sldId="326"/>
            <ac:spMk id="11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127055267" sldId="326"/>
            <ac:spMk id="1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127055267" sldId="326"/>
            <ac:spMk id="13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127055267" sldId="326"/>
            <ac:spMk id="4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3.007" v="1437"/>
          <ac:spMkLst>
            <pc:docMk/>
            <pc:sldMk cId="1127055267" sldId="326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563" v="1940"/>
          <ac:graphicFrameMkLst>
            <pc:docMk/>
            <pc:sldMk cId="1127055267" sldId="326"/>
            <ac:graphicFrameMk id="16" creationId="{C296E112-5224-4518-EC85-3270EFD1255C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3315449882" sldId="328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315449882" sldId="328"/>
            <ac:spMk id="5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315449882" sldId="328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315449882" sldId="328"/>
            <ac:spMk id="2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3.013" v="1440"/>
          <ac:spMkLst>
            <pc:docMk/>
            <pc:sldMk cId="3315449882" sldId="328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578" v="1954"/>
          <ac:graphicFrameMkLst>
            <pc:docMk/>
            <pc:sldMk cId="3315449882" sldId="328"/>
            <ac:graphicFrameMk id="2" creationId="{744C93C3-5120-0D42-1D37-58D065D6963E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2375211990" sldId="329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2375211990" sldId="329"/>
            <ac:spMk id="3" creationId="{F3B58475-E89E-2EC8-4DA9-5F6C6C4E9C17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2375211990" sldId="329"/>
            <ac:spMk id="5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2375211990" sldId="329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2375211990" sldId="329"/>
            <ac:spMk id="15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3.017" v="1443"/>
          <ac:spMkLst>
            <pc:docMk/>
            <pc:sldMk cId="2375211990" sldId="329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590" v="1968"/>
          <ac:graphicFrameMkLst>
            <pc:docMk/>
            <pc:sldMk cId="2375211990" sldId="329"/>
            <ac:graphicFrameMk id="4" creationId="{791D2AF4-8F0D-9BB6-1E85-10B109BD22E0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757918672" sldId="333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757918672" sldId="333"/>
            <ac:spMk id="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757918672" sldId="333"/>
            <ac:spMk id="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757918672" sldId="333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757918672" sldId="333"/>
            <ac:spMk id="1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757918672" sldId="333"/>
            <ac:spMk id="11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757918672" sldId="333"/>
            <ac:spMk id="1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757918672" sldId="333"/>
            <ac:spMk id="13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757918672" sldId="333"/>
            <ac:spMk id="4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899" v="1377"/>
          <ac:spMkLst>
            <pc:docMk/>
            <pc:sldMk cId="1757918672" sldId="333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272" v="1646"/>
          <ac:graphicFrameMkLst>
            <pc:docMk/>
            <pc:sldMk cId="1757918672" sldId="333"/>
            <ac:graphicFrameMk id="16" creationId="{9DFA9A36-3FEF-447A-1D69-D6842572459C}"/>
          </ac:graphicFrameMkLst>
        </pc:graphicFrameChg>
      </pc:sldChg>
      <pc:sldChg chg="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818124694" sldId="334"/>
        </pc:sldMkLst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815122534" sldId="338"/>
        </pc:sldMkLst>
        <pc:spChg chg="mod">
          <ac:chgData name="Oscar Pochhammer" userId="9ab6c6786c526755" providerId="LiveId" clId="{03E3BA8E-12F4-4F1F-B605-35B4BCA65135}" dt="2026-04-29T14:34:32.189" v="957" actId="947"/>
          <ac:spMkLst>
            <pc:docMk/>
            <pc:sldMk cId="815122534" sldId="338"/>
            <ac:spMk id="2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815122534" sldId="338"/>
            <ac:spMk id="2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815122534" sldId="338"/>
            <ac:spMk id="2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815122534" sldId="338"/>
            <ac:spMk id="4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815122534" sldId="338"/>
            <ac:spMk id="4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180" v="945" actId="947"/>
          <ac:spMkLst>
            <pc:docMk/>
            <pc:sldMk cId="815122534" sldId="338"/>
            <ac:spMk id="5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815122534" sldId="338"/>
            <ac:spMk id="5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815122534" sldId="338"/>
            <ac:spMk id="56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815122534" sldId="338"/>
            <ac:spMk id="5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815122534" sldId="338"/>
            <ac:spMk id="7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815122534" sldId="338"/>
            <ac:spMk id="7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957" v="1410"/>
          <ac:spMkLst>
            <pc:docMk/>
            <pc:sldMk cId="815122534" sldId="338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445" v="1814"/>
          <ac:graphicFrameMkLst>
            <pc:docMk/>
            <pc:sldMk cId="815122534" sldId="338"/>
            <ac:graphicFrameMk id="2" creationId="{82D7FAFD-9E7C-80CD-C1F0-542FC69EC170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022297270" sldId="339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022297270" sldId="339"/>
            <ac:spMk id="9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022297270" sldId="339"/>
            <ac:spMk id="12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022297270" sldId="339"/>
            <ac:spMk id="17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022297270" sldId="339"/>
            <ac:spMk id="18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2.925" v="1389"/>
          <ac:spMkLst>
            <pc:docMk/>
            <pc:sldMk cId="1022297270" sldId="339"/>
            <ac:spMk id="16386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329" v="1702"/>
          <ac:graphicFrameMkLst>
            <pc:docMk/>
            <pc:sldMk cId="1022297270" sldId="339"/>
            <ac:graphicFrameMk id="2" creationId="{D64A801A-B743-9308-CC56-6C79AD40FBC6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3686389120" sldId="340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686389120" sldId="340"/>
            <ac:spMk id="5" creationId="{303A4EF8-4E78-530F-B806-4CE7CD6E193A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686389120" sldId="340"/>
            <ac:spMk id="9" creationId="{BE979E88-256D-2359-AE11-78B4C1497BAF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686389120" sldId="340"/>
            <ac:spMk id="12" creationId="{5A3CF283-2CE5-6614-4926-2B04D14A9653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686389120" sldId="340"/>
            <ac:spMk id="14" creationId="{AABA318B-0052-13AC-7652-D96E3BF38614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686389120" sldId="340"/>
            <ac:spMk id="18" creationId="{2E051C99-8287-760A-2DB4-F0F7440A100B}"/>
          </ac:spMkLst>
        </pc:spChg>
        <pc:spChg chg="mod">
          <ac:chgData name="Oscar Pochhammer" userId="9ab6c6786c526755" providerId="LiveId" clId="{03E3BA8E-12F4-4F1F-B605-35B4BCA65135}" dt="2026-04-29T14:34:32.930" v="1392"/>
          <ac:spMkLst>
            <pc:docMk/>
            <pc:sldMk cId="3686389120" sldId="340"/>
            <ac:spMk id="16386" creationId="{85B1640E-844E-09A8-3EC2-61ECF325C484}"/>
          </ac:spMkLst>
        </pc:spChg>
        <pc:graphicFrameChg chg="add mod ord modVis">
          <ac:chgData name="Oscar Pochhammer" userId="9ab6c6786c526755" providerId="LiveId" clId="{03E3BA8E-12F4-4F1F-B605-35B4BCA65135}" dt="2026-04-29T14:34:33.360" v="1730"/>
          <ac:graphicFrameMkLst>
            <pc:docMk/>
            <pc:sldMk cId="3686389120" sldId="340"/>
            <ac:graphicFrameMk id="3" creationId="{484FF5B7-1F73-9DE1-5A58-5AB83A754657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3498666679" sldId="341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498666679" sldId="341"/>
            <ac:spMk id="5" creationId="{563086E1-871F-7AD1-CBF4-D1BA1D8B9C89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498666679" sldId="341"/>
            <ac:spMk id="6" creationId="{353A5285-DA72-74FE-16FF-CAD652F44B5F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498666679" sldId="341"/>
            <ac:spMk id="9" creationId="{8E3DE0CC-0C5A-8ACD-E360-AC99F237F144}"/>
          </ac:spMkLst>
        </pc:spChg>
        <pc:spChg chg="mod">
          <ac:chgData name="Oscar Pochhammer" userId="9ab6c6786c526755" providerId="LiveId" clId="{03E3BA8E-12F4-4F1F-B605-35B4BCA65135}" dt="2026-04-29T14:34:32.970" v="1416"/>
          <ac:spMkLst>
            <pc:docMk/>
            <pc:sldMk cId="3498666679" sldId="341"/>
            <ac:spMk id="16386" creationId="{8F7A98B1-229A-D5F8-6950-A3058E240C10}"/>
          </ac:spMkLst>
        </pc:spChg>
        <pc:graphicFrameChg chg="add mod ord modVis">
          <ac:chgData name="Oscar Pochhammer" userId="9ab6c6786c526755" providerId="LiveId" clId="{03E3BA8E-12F4-4F1F-B605-35B4BCA65135}" dt="2026-04-29T14:34:33.472" v="1842"/>
          <ac:graphicFrameMkLst>
            <pc:docMk/>
            <pc:sldMk cId="3498666679" sldId="341"/>
            <ac:graphicFrameMk id="2" creationId="{95A9F73E-1115-1E52-5854-AAB4DACBA325}"/>
          </ac:graphicFrameMkLst>
        </pc:graphicFrameChg>
        <pc:graphicFrameChg chg="modGraphic">
          <ac:chgData name="Oscar Pochhammer" userId="9ab6c6786c526755" providerId="LiveId" clId="{03E3BA8E-12F4-4F1F-B605-35B4BCA65135}" dt="2026-04-29T14:34:32.593" v="1341" actId="790"/>
          <ac:graphicFrameMkLst>
            <pc:docMk/>
            <pc:sldMk cId="3498666679" sldId="341"/>
            <ac:graphicFrameMk id="10" creationId="{3714986D-EB2D-0ED0-C0D0-17BA2071969B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233885552" sldId="342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233885552" sldId="342"/>
            <ac:spMk id="2" creationId="{735EB3FD-90DE-4E1D-C6A6-726CBCEFE14D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233885552" sldId="342"/>
            <ac:spMk id="7" creationId="{FE9E8D61-9007-4B0E-5BAC-2B304842F7A8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233885552" sldId="342"/>
            <ac:spMk id="11" creationId="{F4DCFAAF-4A98-CAC0-92CE-FE858CCA2DE6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233885552" sldId="342"/>
            <ac:spMk id="22" creationId="{76993083-7879-5997-4876-45099D809B58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233885552" sldId="342"/>
            <ac:spMk id="24" creationId="{7FD4CF45-CEF3-9976-E961-DFC5097058BD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233885552" sldId="342"/>
            <ac:spMk id="26" creationId="{65C8E70E-6A13-B5C9-15AF-1350913871D3}"/>
          </ac:spMkLst>
        </pc:spChg>
        <pc:spChg chg="mod">
          <ac:chgData name="Oscar Pochhammer" userId="9ab6c6786c526755" providerId="LiveId" clId="{03E3BA8E-12F4-4F1F-B605-35B4BCA65135}" dt="2026-04-29T14:34:33.002" v="1434"/>
          <ac:spMkLst>
            <pc:docMk/>
            <pc:sldMk cId="233885552" sldId="342"/>
            <ac:spMk id="16386" creationId="{8D7C7D31-8785-2E78-6472-9E21C8ABE9BD}"/>
          </ac:spMkLst>
        </pc:spChg>
        <pc:graphicFrameChg chg="add mod ord modVis">
          <ac:chgData name="Oscar Pochhammer" userId="9ab6c6786c526755" providerId="LiveId" clId="{03E3BA8E-12F4-4F1F-B605-35B4BCA65135}" dt="2026-04-29T14:34:33.549" v="1926"/>
          <ac:graphicFrameMkLst>
            <pc:docMk/>
            <pc:sldMk cId="233885552" sldId="342"/>
            <ac:graphicFrameMk id="3" creationId="{A604CE7B-3EBF-357E-AC67-9D8AD3049E1B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3859098125" sldId="344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859098125" sldId="344"/>
            <ac:spMk id="5" creationId="{A7B2BC97-3CA1-5E2B-CC6C-00659789E0EF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859098125" sldId="344"/>
            <ac:spMk id="13" creationId="{E10717E1-3435-CEBA-161E-8F4477067637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859098125" sldId="344"/>
            <ac:spMk id="24" creationId="{78C61D8A-B831-4D7B-05F6-C266B1D68939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859098125" sldId="344"/>
            <ac:spMk id="26" creationId="{8919C806-3FE4-2B61-4EE8-692B8A214013}"/>
          </ac:spMkLst>
        </pc:spChg>
        <pc:spChg chg="mod">
          <ac:chgData name="Oscar Pochhammer" userId="9ab6c6786c526755" providerId="LiveId" clId="{03E3BA8E-12F4-4F1F-B605-35B4BCA65135}" dt="2026-04-29T14:34:32.981" v="1422"/>
          <ac:spMkLst>
            <pc:docMk/>
            <pc:sldMk cId="3859098125" sldId="344"/>
            <ac:spMk id="16386" creationId="{3E64DD7D-96CA-1CA2-D427-0EF383E4C8BB}"/>
          </ac:spMkLst>
        </pc:spChg>
        <pc:graphicFrameChg chg="add mod ord modVis">
          <ac:chgData name="Oscar Pochhammer" userId="9ab6c6786c526755" providerId="LiveId" clId="{03E3BA8E-12F4-4F1F-B605-35B4BCA65135}" dt="2026-04-29T14:34:33.499" v="1870"/>
          <ac:graphicFrameMkLst>
            <pc:docMk/>
            <pc:sldMk cId="3859098125" sldId="344"/>
            <ac:graphicFrameMk id="2" creationId="{8C09C52B-8A43-3C64-C02A-736BA64F4CE1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3104722342" sldId="345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104722342" sldId="345"/>
            <ac:spMk id="2" creationId="{155A3401-ACE5-9421-D749-3A8BD141869B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104722342" sldId="345"/>
            <ac:spMk id="7" creationId="{5DB27AF5-C7BC-B73E-2BF7-9600DD7FD51D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104722342" sldId="345"/>
            <ac:spMk id="11" creationId="{C92474CC-A8D3-7E5F-C7E8-1D242B069CDE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104722342" sldId="345"/>
            <ac:spMk id="22" creationId="{E1296257-A78B-2CC9-90E7-A466FB1F31E8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104722342" sldId="345"/>
            <ac:spMk id="24" creationId="{FCB18CE6-DE59-0498-CB12-A4B5A6127A69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104722342" sldId="345"/>
            <ac:spMk id="26" creationId="{EEF22160-CABE-5CA6-B676-1C12F11EA333}"/>
          </ac:spMkLst>
        </pc:spChg>
        <pc:spChg chg="mod">
          <ac:chgData name="Oscar Pochhammer" userId="9ab6c6786c526755" providerId="LiveId" clId="{03E3BA8E-12F4-4F1F-B605-35B4BCA65135}" dt="2026-04-29T14:34:32.990" v="1428"/>
          <ac:spMkLst>
            <pc:docMk/>
            <pc:sldMk cId="3104722342" sldId="345"/>
            <ac:spMk id="16386" creationId="{F675123A-93CC-C03B-5495-B12D392B91A1}"/>
          </ac:spMkLst>
        </pc:spChg>
        <pc:graphicFrameChg chg="add mod ord modVis">
          <ac:chgData name="Oscar Pochhammer" userId="9ab6c6786c526755" providerId="LiveId" clId="{03E3BA8E-12F4-4F1F-B605-35B4BCA65135}" dt="2026-04-29T14:34:33.525" v="1898"/>
          <ac:graphicFrameMkLst>
            <pc:docMk/>
            <pc:sldMk cId="3104722342" sldId="345"/>
            <ac:graphicFrameMk id="3" creationId="{CCB27625-7A85-3232-36C9-1BD26AA06E6D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396894809" sldId="347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6894809" sldId="347"/>
            <ac:spMk id="2" creationId="{CAE632AD-C489-4809-9AED-1B80324C9F5D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6894809" sldId="347"/>
            <ac:spMk id="4" creationId="{EBE4DB25-002C-849E-5F98-66906644C7B4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6894809" sldId="347"/>
            <ac:spMk id="5" creationId="{802AEF7E-2C32-4559-AF0A-110582902D28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6894809" sldId="347"/>
            <ac:spMk id="6" creationId="{09284C2B-18B1-829B-5CD1-76B768550306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6894809" sldId="347"/>
            <ac:spMk id="15" creationId="{F25C5679-7B26-F012-0960-CFC7AA6D06EA}"/>
          </ac:spMkLst>
        </pc:spChg>
        <pc:spChg chg="mod">
          <ac:chgData name="Oscar Pochhammer" userId="9ab6c6786c526755" providerId="LiveId" clId="{03E3BA8E-12F4-4F1F-B605-35B4BCA65135}" dt="2026-04-29T14:34:33.021" v="1446"/>
          <ac:spMkLst>
            <pc:docMk/>
            <pc:sldMk cId="1396894809" sldId="347"/>
            <ac:spMk id="16386" creationId="{5A661056-DE7B-93CD-B6A1-1EF367BA9670}"/>
          </ac:spMkLst>
        </pc:spChg>
        <pc:graphicFrameChg chg="add mod ord modVis">
          <ac:chgData name="Oscar Pochhammer" userId="9ab6c6786c526755" providerId="LiveId" clId="{03E3BA8E-12F4-4F1F-B605-35B4BCA65135}" dt="2026-04-29T14:34:33.604" v="1982"/>
          <ac:graphicFrameMkLst>
            <pc:docMk/>
            <pc:sldMk cId="1396894809" sldId="347"/>
            <ac:graphicFrameMk id="3" creationId="{0E24A00B-7F50-4140-3F94-F3D00DE79C44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47263421" sldId="348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7263421" sldId="348"/>
            <ac:spMk id="5" creationId="{751772FD-3195-E5CD-848A-20A377874D01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7263421" sldId="348"/>
            <ac:spMk id="12" creationId="{A3E75927-72E1-FFBB-A6FF-FECECE52D647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7263421" sldId="348"/>
            <ac:spMk id="24" creationId="{B924E78B-787D-7B72-3EA9-C0ED89A7015D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47263421" sldId="348"/>
            <ac:spMk id="26" creationId="{39820782-D008-F8A2-04BB-7F3B4C149D38}"/>
          </ac:spMkLst>
        </pc:spChg>
        <pc:spChg chg="mod">
          <ac:chgData name="Oscar Pochhammer" userId="9ab6c6786c526755" providerId="LiveId" clId="{03E3BA8E-12F4-4F1F-B605-35B4BCA65135}" dt="2026-04-29T14:34:33.052" v="1464"/>
          <ac:spMkLst>
            <pc:docMk/>
            <pc:sldMk cId="47263421" sldId="348"/>
            <ac:spMk id="16386" creationId="{778895CD-78C2-5779-F140-70D5FB8B16AA}"/>
          </ac:spMkLst>
        </pc:spChg>
        <pc:graphicFrameChg chg="add mod ord modVis">
          <ac:chgData name="Oscar Pochhammer" userId="9ab6c6786c526755" providerId="LiveId" clId="{03E3BA8E-12F4-4F1F-B605-35B4BCA65135}" dt="2026-04-29T14:34:33.683" v="2066"/>
          <ac:graphicFrameMkLst>
            <pc:docMk/>
            <pc:sldMk cId="47263421" sldId="348"/>
            <ac:graphicFrameMk id="2" creationId="{C01D0C33-9AF6-B330-B5D0-1D73C20157C4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3258138174" sldId="349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258138174" sldId="349"/>
            <ac:spMk id="17" creationId="{1058E3FD-1BE5-D8A1-E206-1600711AAD87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258138174" sldId="349"/>
            <ac:spMk id="18" creationId="{06BDB9B3-9A17-7B5E-C647-45F8CBE0C545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258138174" sldId="349"/>
            <ac:spMk id="19" creationId="{5C752239-41E0-0D03-856B-BDB87A0DC6DD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258138174" sldId="349"/>
            <ac:spMk id="20" creationId="{C89369D3-CC76-9535-AAAA-92C60DF050DC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258138174" sldId="349"/>
            <ac:spMk id="28" creationId="{3E9ADA12-4A99-1C7E-2D43-5E30096C962D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3258138174" sldId="349"/>
            <ac:spMk id="29" creationId="{5ED1B37C-5C22-88E3-7EEE-326248EB3742}"/>
          </ac:spMkLst>
        </pc:spChg>
        <pc:spChg chg="mod">
          <ac:chgData name="Oscar Pochhammer" userId="9ab6c6786c526755" providerId="LiveId" clId="{03E3BA8E-12F4-4F1F-B605-35B4BCA65135}" dt="2026-04-29T14:34:33.047" v="1461"/>
          <ac:spMkLst>
            <pc:docMk/>
            <pc:sldMk cId="3258138174" sldId="349"/>
            <ac:spMk id="16386" creationId="{BCF6831A-0315-2D78-3955-E1790CF9A17A}"/>
          </ac:spMkLst>
        </pc:spChg>
        <pc:graphicFrameChg chg="add mod ord modVis">
          <ac:chgData name="Oscar Pochhammer" userId="9ab6c6786c526755" providerId="LiveId" clId="{03E3BA8E-12F4-4F1F-B605-35B4BCA65135}" dt="2026-04-29T14:34:33.670" v="2052"/>
          <ac:graphicFrameMkLst>
            <pc:docMk/>
            <pc:sldMk cId="3258138174" sldId="349"/>
            <ac:graphicFrameMk id="2" creationId="{BA63B083-A5BE-B53F-D2A4-1013BA08CC5E}"/>
          </ac:graphicFrameMkLst>
        </pc:graphicFrameChg>
      </pc:sldChg>
      <pc:sldChg chg="addSp modSp del mod modShow modNotes">
        <pc:chgData name="Oscar Pochhammer" userId="9ab6c6786c526755" providerId="LiveId" clId="{03E3BA8E-12F4-4F1F-B605-35B4BCA65135}" dt="2026-04-29T14:48:50.066" v="2697" actId="47"/>
        <pc:sldMkLst>
          <pc:docMk/>
          <pc:sldMk cId="1390738674" sldId="350"/>
        </pc:sldMkLst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0738674" sldId="350"/>
            <ac:spMk id="29" creationId="{3720DF76-262B-3094-5F3F-E2B93F59A224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0738674" sldId="350"/>
            <ac:spMk id="30" creationId="{F6D01800-725A-CB0B-BC8E-1704BBDF5CB5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0738674" sldId="350"/>
            <ac:spMk id="32" creationId="{79496193-5258-151D-ED74-78B2CCF77AAA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0738674" sldId="350"/>
            <ac:spMk id="34" creationId="{36B68821-F0EF-360E-6031-DA51D4061D85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0738674" sldId="350"/>
            <ac:spMk id="37" creationId="{8951A000-1660-30A5-5E44-8B4CBF7225FC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0738674" sldId="350"/>
            <ac:spMk id="39" creationId="{270478B5-CDCB-283B-5B3F-2F13E90D8854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0738674" sldId="350"/>
            <ac:spMk id="42" creationId="{319FEEFC-9EDE-36C8-8225-CE7E77429A13}"/>
          </ac:spMkLst>
        </pc:spChg>
        <pc:spChg chg="mod">
          <ac:chgData name="Oscar Pochhammer" userId="9ab6c6786c526755" providerId="LiveId" clId="{03E3BA8E-12F4-4F1F-B605-35B4BCA65135}" dt="2026-04-29T14:34:32.593" v="1341" actId="790"/>
          <ac:spMkLst>
            <pc:docMk/>
            <pc:sldMk cId="1390738674" sldId="350"/>
            <ac:spMk id="44" creationId="{A0DE59FA-F297-03AB-ABE4-0EF69BE4E141}"/>
          </ac:spMkLst>
        </pc:spChg>
        <pc:spChg chg="mod">
          <ac:chgData name="Oscar Pochhammer" userId="9ab6c6786c526755" providerId="LiveId" clId="{03E3BA8E-12F4-4F1F-B605-35B4BCA65135}" dt="2026-04-29T14:34:33.057" v="1467"/>
          <ac:spMkLst>
            <pc:docMk/>
            <pc:sldMk cId="1390738674" sldId="350"/>
            <ac:spMk id="16386" creationId="{7558AE78-08EB-5C45-8C7A-2A25DD2AD414}"/>
          </ac:spMkLst>
        </pc:spChg>
        <pc:graphicFrameChg chg="add mod ord modVis">
          <ac:chgData name="Oscar Pochhammer" userId="9ab6c6786c526755" providerId="LiveId" clId="{03E3BA8E-12F4-4F1F-B605-35B4BCA65135}" dt="2026-04-29T14:34:33.697" v="2080"/>
          <ac:graphicFrameMkLst>
            <pc:docMk/>
            <pc:sldMk cId="1390738674" sldId="350"/>
            <ac:graphicFrameMk id="2" creationId="{5ECB6522-3067-7761-C421-B13F99A909DF}"/>
          </ac:graphicFrameMkLst>
        </pc:graphicFrameChg>
      </pc:sldChg>
      <pc:sldChg chg="addSp modSp new mod ord modNotes">
        <pc:chgData name="Oscar Pochhammer" userId="9ab6c6786c526755" providerId="LiveId" clId="{03E3BA8E-12F4-4F1F-B605-35B4BCA65135}" dt="2026-04-29T14:52:09.463" v="2741" actId="20577"/>
        <pc:sldMkLst>
          <pc:docMk/>
          <pc:sldMk cId="164870834" sldId="351"/>
        </pc:sldMkLst>
        <pc:spChg chg="mod">
          <ac:chgData name="Oscar Pochhammer" userId="9ab6c6786c526755" providerId="LiveId" clId="{03E3BA8E-12F4-4F1F-B605-35B4BCA65135}" dt="2026-04-29T14:45:18.552" v="2633" actId="299"/>
          <ac:spMkLst>
            <pc:docMk/>
            <pc:sldMk cId="164870834" sldId="351"/>
            <ac:spMk id="2" creationId="{6A76A271-2885-0635-F814-CCCD9644FD5C}"/>
          </ac:spMkLst>
        </pc:spChg>
        <pc:spChg chg="mod">
          <ac:chgData name="Oscar Pochhammer" userId="9ab6c6786c526755" providerId="LiveId" clId="{03E3BA8E-12F4-4F1F-B605-35B4BCA65135}" dt="2026-04-29T14:49:45.974" v="2707" actId="20577"/>
          <ac:spMkLst>
            <pc:docMk/>
            <pc:sldMk cId="164870834" sldId="351"/>
            <ac:spMk id="3" creationId="{6A2E73FA-0485-C948-816E-1BBC18B5B87E}"/>
          </ac:spMkLst>
        </pc:spChg>
        <pc:spChg chg="mod">
          <ac:chgData name="Oscar Pochhammer" userId="9ab6c6786c526755" providerId="LiveId" clId="{03E3BA8E-12F4-4F1F-B605-35B4BCA65135}" dt="2026-04-29T14:43:29.779" v="2515" actId="20577"/>
          <ac:spMkLst>
            <pc:docMk/>
            <pc:sldMk cId="164870834" sldId="351"/>
            <ac:spMk id="4" creationId="{FDE88248-2C3C-B374-00CE-6E6A5E54EDCF}"/>
          </ac:spMkLst>
        </pc:spChg>
        <pc:spChg chg="add mod">
          <ac:chgData name="Oscar Pochhammer" userId="9ab6c6786c526755" providerId="LiveId" clId="{03E3BA8E-12F4-4F1F-B605-35B4BCA65135}" dt="2026-04-29T14:44:31.836" v="2620" actId="20577"/>
          <ac:spMkLst>
            <pc:docMk/>
            <pc:sldMk cId="164870834" sldId="351"/>
            <ac:spMk id="8" creationId="{A83C41CD-B0B1-CDFF-D154-5C43C40149FE}"/>
          </ac:spMkLst>
        </pc:spChg>
        <pc:spChg chg="add mod">
          <ac:chgData name="Oscar Pochhammer" userId="9ab6c6786c526755" providerId="LiveId" clId="{03E3BA8E-12F4-4F1F-B605-35B4BCA65135}" dt="2026-04-29T14:52:09.463" v="2741" actId="20577"/>
          <ac:spMkLst>
            <pc:docMk/>
            <pc:sldMk cId="164870834" sldId="351"/>
            <ac:spMk id="9" creationId="{8265A23F-1945-B4CB-B0AB-BC84718C02C3}"/>
          </ac:spMkLst>
        </pc:spChg>
        <pc:graphicFrameChg chg="add mod ord modVis">
          <ac:chgData name="Oscar Pochhammer" userId="9ab6c6786c526755" providerId="LiveId" clId="{03E3BA8E-12F4-4F1F-B605-35B4BCA65135}" dt="2026-04-29T14:34:33.725" v="2110"/>
          <ac:graphicFrameMkLst>
            <pc:docMk/>
            <pc:sldMk cId="164870834" sldId="351"/>
            <ac:graphicFrameMk id="5" creationId="{E7D7F46B-91CB-6131-D525-8DF2DB8C28D3}"/>
          </ac:graphicFrameMkLst>
        </pc:graphicFrameChg>
        <pc:picChg chg="add mod">
          <ac:chgData name="Oscar Pochhammer" userId="9ab6c6786c526755" providerId="LiveId" clId="{03E3BA8E-12F4-4F1F-B605-35B4BCA65135}" dt="2026-04-29T14:41:22.786" v="2400" actId="14100"/>
          <ac:picMkLst>
            <pc:docMk/>
            <pc:sldMk cId="164870834" sldId="351"/>
            <ac:picMk id="7" creationId="{E0C58688-77FD-1CBB-3AC1-53453D69934A}"/>
          </ac:picMkLst>
        </pc:picChg>
      </pc:sldChg>
      <pc:sldMasterChg chg="addSp delSp modSp mod modSldLayout">
        <pc:chgData name="Oscar Pochhammer" userId="9ab6c6786c526755" providerId="LiveId" clId="{03E3BA8E-12F4-4F1F-B605-35B4BCA65135}" dt="2026-04-29T14:49:15.259" v="2698" actId="478"/>
        <pc:sldMasterMkLst>
          <pc:docMk/>
          <pc:sldMasterMk cId="0" sldId="2147483738"/>
        </pc:sldMasterMkLst>
        <pc:spChg chg="mod">
          <ac:chgData name="Oscar Pochhammer" userId="9ab6c6786c526755" providerId="LiveId" clId="{03E3BA8E-12F4-4F1F-B605-35B4BCA65135}" dt="2026-04-29T14:48:32.715" v="2696" actId="20577"/>
          <ac:spMkLst>
            <pc:docMk/>
            <pc:sldMasterMk cId="0" sldId="2147483738"/>
            <ac:spMk id="9" creationId="{00000000-0000-0000-0000-000000000000}"/>
          </ac:spMkLst>
        </pc:spChg>
        <pc:spChg chg="del mod">
          <ac:chgData name="Oscar Pochhammer" userId="9ab6c6786c526755" providerId="LiveId" clId="{03E3BA8E-12F4-4F1F-B605-35B4BCA65135}" dt="2026-04-29T14:49:15.259" v="2698" actId="478"/>
          <ac:spMkLst>
            <pc:docMk/>
            <pc:sldMasterMk cId="0" sldId="2147483738"/>
            <ac:spMk id="1030" creationId="{00000000-0000-0000-0000-000000000000}"/>
          </ac:spMkLst>
        </pc:spChg>
        <pc:spChg chg="mod">
          <ac:chgData name="Oscar Pochhammer" userId="9ab6c6786c526755" providerId="LiveId" clId="{03E3BA8E-12F4-4F1F-B605-35B4BCA65135}" dt="2026-04-29T14:34:31.904" v="741"/>
          <ac:spMkLst>
            <pc:docMk/>
            <pc:sldMasterMk cId="0" sldId="2147483738"/>
            <ac:spMk id="1031" creationId="{00000000-0000-0000-0000-000000000000}"/>
          </ac:spMkLst>
        </pc:spChg>
        <pc:graphicFrameChg chg="add mod ord modVis">
          <ac:chgData name="Oscar Pochhammer" userId="9ab6c6786c526755" providerId="LiveId" clId="{03E3BA8E-12F4-4F1F-B605-35B4BCA65135}" dt="2026-04-29T14:34:33.179" v="1562"/>
          <ac:graphicFrameMkLst>
            <pc:docMk/>
            <pc:sldMasterMk cId="0" sldId="2147483738"/>
            <ac:graphicFrameMk id="2" creationId="{E14198A7-348E-3988-7EF7-E15DB893939C}"/>
          </ac:graphicFrameMkLst>
        </pc:graphicFrameChg>
        <pc:sldLayoutChg chg="addSp modSp mod">
          <pc:chgData name="Oscar Pochhammer" userId="9ab6c6786c526755" providerId="LiveId" clId="{03E3BA8E-12F4-4F1F-B605-35B4BCA65135}" dt="2026-04-29T14:34:33.228" v="1604"/>
          <pc:sldLayoutMkLst>
            <pc:docMk/>
            <pc:sldMasterMk cId="0" sldId="2147483738"/>
            <pc:sldLayoutMk cId="3393376839" sldId="2147483876"/>
          </pc:sldLayoutMkLst>
          <pc:spChg chg="mod">
            <ac:chgData name="Oscar Pochhammer" userId="9ab6c6786c526755" providerId="LiveId" clId="{03E3BA8E-12F4-4F1F-B605-35B4BCA65135}" dt="2026-04-29T14:34:32.878" v="1368" actId="299"/>
            <ac:spMkLst>
              <pc:docMk/>
              <pc:sldMasterMk cId="0" sldId="2147483738"/>
              <pc:sldLayoutMk cId="3393376839" sldId="2147483876"/>
              <ac:spMk id="5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949" v="757" actId="947"/>
            <ac:spMkLst>
              <pc:docMk/>
              <pc:sldMasterMk cId="0" sldId="2147483738"/>
              <pc:sldLayoutMk cId="3393376839" sldId="2147483876"/>
              <ac:spMk id="6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940" v="753" actId="947"/>
            <ac:spMkLst>
              <pc:docMk/>
              <pc:sldMasterMk cId="0" sldId="2147483738"/>
              <pc:sldLayoutMk cId="3393376839" sldId="2147483876"/>
              <ac:spMk id="12" creationId="{00000000-0000-0000-0000-000000000000}"/>
            </ac:spMkLst>
          </pc:spChg>
          <pc:graphicFrameChg chg="add mod ord modVis">
            <ac:chgData name="Oscar Pochhammer" userId="9ab6c6786c526755" providerId="LiveId" clId="{03E3BA8E-12F4-4F1F-B605-35B4BCA65135}" dt="2026-04-29T14:34:33.228" v="1604"/>
            <ac:graphicFrameMkLst>
              <pc:docMk/>
              <pc:sldMasterMk cId="0" sldId="2147483738"/>
              <pc:sldLayoutMk cId="3393376839" sldId="2147483876"/>
              <ac:graphicFrameMk id="2" creationId="{5DCDE0B3-2C7F-329E-982F-9D35535A1254}"/>
            </ac:graphicFrameMkLst>
          </pc:graphicFrameChg>
        </pc:sldLayoutChg>
        <pc:sldLayoutChg chg="addSp modSp mod">
          <pc:chgData name="Oscar Pochhammer" userId="9ab6c6786c526755" providerId="LiveId" clId="{03E3BA8E-12F4-4F1F-B605-35B4BCA65135}" dt="2026-04-29T14:34:33.244" v="1618"/>
          <pc:sldLayoutMkLst>
            <pc:docMk/>
            <pc:sldMasterMk cId="0" sldId="2147483738"/>
            <pc:sldLayoutMk cId="26014149" sldId="2147483877"/>
          </pc:sldLayoutMkLst>
          <pc:spChg chg="mod">
            <ac:chgData name="Oscar Pochhammer" userId="9ab6c6786c526755" providerId="LiveId" clId="{03E3BA8E-12F4-4F1F-B605-35B4BCA65135}" dt="2026-04-29T14:34:32.889" v="1371" actId="299"/>
            <ac:spMkLst>
              <pc:docMk/>
              <pc:sldMasterMk cId="0" sldId="2147483738"/>
              <pc:sldLayoutMk cId="26014149" sldId="2147483877"/>
              <ac:spMk id="2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962" v="761" actId="947"/>
            <ac:spMkLst>
              <pc:docMk/>
              <pc:sldMasterMk cId="0" sldId="2147483738"/>
              <pc:sldLayoutMk cId="26014149" sldId="2147483877"/>
              <ac:spMk id="3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967" v="763" actId="947"/>
            <ac:spMkLst>
              <pc:docMk/>
              <pc:sldMasterMk cId="0" sldId="2147483738"/>
              <pc:sldLayoutMk cId="26014149" sldId="2147483877"/>
              <ac:spMk id="7" creationId="{00000000-0000-0000-0000-000000000000}"/>
            </ac:spMkLst>
          </pc:spChg>
          <pc:graphicFrameChg chg="add mod ord modVis">
            <ac:chgData name="Oscar Pochhammer" userId="9ab6c6786c526755" providerId="LiveId" clId="{03E3BA8E-12F4-4F1F-B605-35B4BCA65135}" dt="2026-04-29T14:34:33.244" v="1618"/>
            <ac:graphicFrameMkLst>
              <pc:docMk/>
              <pc:sldMasterMk cId="0" sldId="2147483738"/>
              <pc:sldLayoutMk cId="26014149" sldId="2147483877"/>
              <ac:graphicFrameMk id="4" creationId="{2263DEAB-683F-FB95-9B08-BE78C9CF5A9E}"/>
            </ac:graphicFrameMkLst>
          </pc:graphicFrameChg>
        </pc:sldLayoutChg>
        <pc:sldLayoutChg chg="addSp modSp mod">
          <pc:chgData name="Oscar Pochhammer" userId="9ab6c6786c526755" providerId="LiveId" clId="{03E3BA8E-12F4-4F1F-B605-35B4BCA65135}" dt="2026-04-29T14:34:33.302" v="1674"/>
          <pc:sldLayoutMkLst>
            <pc:docMk/>
            <pc:sldMasterMk cId="0" sldId="2147483738"/>
            <pc:sldLayoutMk cId="559322222" sldId="2147483878"/>
          </pc:sldLayoutMkLst>
          <pc:spChg chg="mod">
            <ac:chgData name="Oscar Pochhammer" userId="9ab6c6786c526755" providerId="LiveId" clId="{03E3BA8E-12F4-4F1F-B605-35B4BCA65135}" dt="2026-04-29T14:34:32.914" v="1383" actId="299"/>
            <ac:spMkLst>
              <pc:docMk/>
              <pc:sldMasterMk cId="0" sldId="2147483738"/>
              <pc:sldLayoutMk cId="559322222" sldId="2147483878"/>
              <ac:spMk id="5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2.033" v="819" actId="947"/>
            <ac:spMkLst>
              <pc:docMk/>
              <pc:sldMasterMk cId="0" sldId="2147483738"/>
              <pc:sldLayoutMk cId="559322222" sldId="2147483878"/>
              <ac:spMk id="9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2.028" v="817" actId="947"/>
            <ac:spMkLst>
              <pc:docMk/>
              <pc:sldMasterMk cId="0" sldId="2147483738"/>
              <pc:sldLayoutMk cId="559322222" sldId="2147483878"/>
              <ac:spMk id="12" creationId="{00000000-0000-0000-0000-000000000000}"/>
            </ac:spMkLst>
          </pc:spChg>
          <pc:graphicFrameChg chg="add mod ord modVis">
            <ac:chgData name="Oscar Pochhammer" userId="9ab6c6786c526755" providerId="LiveId" clId="{03E3BA8E-12F4-4F1F-B605-35B4BCA65135}" dt="2026-04-29T14:34:33.302" v="1674"/>
            <ac:graphicFrameMkLst>
              <pc:docMk/>
              <pc:sldMasterMk cId="0" sldId="2147483738"/>
              <pc:sldLayoutMk cId="559322222" sldId="2147483878"/>
              <ac:graphicFrameMk id="2" creationId="{57BD0446-2559-C71F-F2BC-8975B9BD7732}"/>
            </ac:graphicFrameMkLst>
          </pc:graphicFrameChg>
        </pc:sldLayoutChg>
        <pc:sldLayoutChg chg="addSp modSp mod">
          <pc:chgData name="Oscar Pochhammer" userId="9ab6c6786c526755" providerId="LiveId" clId="{03E3BA8E-12F4-4F1F-B605-35B4BCA65135}" dt="2026-04-29T14:34:33.160" v="1546"/>
          <pc:sldLayoutMkLst>
            <pc:docMk/>
            <pc:sldMasterMk cId="0" sldId="2147483738"/>
            <pc:sldLayoutMk cId="3736494464" sldId="2147483879"/>
          </pc:sldLayoutMkLst>
          <pc:spChg chg="mod">
            <ac:chgData name="Oscar Pochhammer" userId="9ab6c6786c526755" providerId="LiveId" clId="{03E3BA8E-12F4-4F1F-B605-35B4BCA65135}" dt="2026-04-29T14:34:31.856" v="723" actId="947"/>
            <ac:spMkLst>
              <pc:docMk/>
              <pc:sldMasterMk cId="0" sldId="2147483738"/>
              <pc:sldLayoutMk cId="3736494464" sldId="2147483879"/>
              <ac:spMk id="4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2.842" v="1356" actId="299"/>
            <ac:spMkLst>
              <pc:docMk/>
              <pc:sldMasterMk cId="0" sldId="2147483738"/>
              <pc:sldLayoutMk cId="3736494464" sldId="2147483879"/>
              <ac:spMk id="5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867" v="727" actId="947"/>
            <ac:spMkLst>
              <pc:docMk/>
              <pc:sldMasterMk cId="0" sldId="2147483738"/>
              <pc:sldLayoutMk cId="3736494464" sldId="2147483879"/>
              <ac:spMk id="6" creationId="{00000000-0000-0000-0000-000000000000}"/>
            </ac:spMkLst>
          </pc:spChg>
          <pc:graphicFrameChg chg="add mod ord modVis">
            <ac:chgData name="Oscar Pochhammer" userId="9ab6c6786c526755" providerId="LiveId" clId="{03E3BA8E-12F4-4F1F-B605-35B4BCA65135}" dt="2026-04-29T14:34:33.160" v="1546"/>
            <ac:graphicFrameMkLst>
              <pc:docMk/>
              <pc:sldMasterMk cId="0" sldId="2147483738"/>
              <pc:sldLayoutMk cId="3736494464" sldId="2147483879"/>
              <ac:graphicFrameMk id="2" creationId="{FC01C877-984A-B815-594C-C98009393790}"/>
            </ac:graphicFrameMkLst>
          </pc:graphicFrameChg>
        </pc:sldLayoutChg>
        <pc:sldLayoutChg chg="addSp modSp mod">
          <pc:chgData name="Oscar Pochhammer" userId="9ab6c6786c526755" providerId="LiveId" clId="{03E3BA8E-12F4-4F1F-B605-35B4BCA65135}" dt="2026-04-29T14:34:33.146" v="1532"/>
          <pc:sldLayoutMkLst>
            <pc:docMk/>
            <pc:sldMasterMk cId="0" sldId="2147483738"/>
            <pc:sldLayoutMk cId="1645850991" sldId="2147483880"/>
          </pc:sldLayoutMkLst>
          <pc:spChg chg="mod">
            <ac:chgData name="Oscar Pochhammer" userId="9ab6c6786c526755" providerId="LiveId" clId="{03E3BA8E-12F4-4F1F-B605-35B4BCA65135}" dt="2026-04-29T14:34:31.840" v="717" actId="947"/>
            <ac:spMkLst>
              <pc:docMk/>
              <pc:sldMasterMk cId="0" sldId="2147483738"/>
              <pc:sldLayoutMk cId="1645850991" sldId="2147483880"/>
              <ac:spMk id="4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2.834" v="1353" actId="299"/>
            <ac:spMkLst>
              <pc:docMk/>
              <pc:sldMasterMk cId="0" sldId="2147483738"/>
              <pc:sldLayoutMk cId="1645850991" sldId="2147483880"/>
              <ac:spMk id="5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851" v="721" actId="947"/>
            <ac:spMkLst>
              <pc:docMk/>
              <pc:sldMasterMk cId="0" sldId="2147483738"/>
              <pc:sldLayoutMk cId="1645850991" sldId="2147483880"/>
              <ac:spMk id="6" creationId="{00000000-0000-0000-0000-000000000000}"/>
            </ac:spMkLst>
          </pc:spChg>
          <pc:graphicFrameChg chg="add mod ord modVis">
            <ac:chgData name="Oscar Pochhammer" userId="9ab6c6786c526755" providerId="LiveId" clId="{03E3BA8E-12F4-4F1F-B605-35B4BCA65135}" dt="2026-04-29T14:34:33.146" v="1532"/>
            <ac:graphicFrameMkLst>
              <pc:docMk/>
              <pc:sldMasterMk cId="0" sldId="2147483738"/>
              <pc:sldLayoutMk cId="1645850991" sldId="2147483880"/>
              <ac:graphicFrameMk id="2" creationId="{501B9C74-0786-C518-D04A-64B833826172}"/>
            </ac:graphicFrameMkLst>
          </pc:graphicFrameChg>
        </pc:sldLayoutChg>
        <pc:sldLayoutChg chg="addSp modSp mod">
          <pc:chgData name="Oscar Pochhammer" userId="9ab6c6786c526755" providerId="LiveId" clId="{03E3BA8E-12F4-4F1F-B605-35B4BCA65135}" dt="2026-04-29T14:34:33.132" v="1518"/>
          <pc:sldLayoutMkLst>
            <pc:docMk/>
            <pc:sldMasterMk cId="0" sldId="2147483738"/>
            <pc:sldLayoutMk cId="1604016214" sldId="2147483881"/>
          </pc:sldLayoutMkLst>
          <pc:spChg chg="mod">
            <ac:chgData name="Oscar Pochhammer" userId="9ab6c6786c526755" providerId="LiveId" clId="{03E3BA8E-12F4-4F1F-B605-35B4BCA65135}" dt="2026-04-29T14:34:31.821" v="711" actId="947"/>
            <ac:spMkLst>
              <pc:docMk/>
              <pc:sldMasterMk cId="0" sldId="2147483738"/>
              <pc:sldLayoutMk cId="1604016214" sldId="2147483881"/>
              <ac:spMk id="6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2.821" v="1350" actId="299"/>
            <ac:spMkLst>
              <pc:docMk/>
              <pc:sldMasterMk cId="0" sldId="2147483738"/>
              <pc:sldLayoutMk cId="1604016214" sldId="2147483881"/>
              <ac:spMk id="10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830" v="715" actId="947"/>
            <ac:spMkLst>
              <pc:docMk/>
              <pc:sldMasterMk cId="0" sldId="2147483738"/>
              <pc:sldLayoutMk cId="1604016214" sldId="2147483881"/>
              <ac:spMk id="11" creationId="{00000000-0000-0000-0000-000000000000}"/>
            </ac:spMkLst>
          </pc:spChg>
          <pc:graphicFrameChg chg="add mod ord modVis">
            <ac:chgData name="Oscar Pochhammer" userId="9ab6c6786c526755" providerId="LiveId" clId="{03E3BA8E-12F4-4F1F-B605-35B4BCA65135}" dt="2026-04-29T14:34:33.132" v="1518"/>
            <ac:graphicFrameMkLst>
              <pc:docMk/>
              <pc:sldMasterMk cId="0" sldId="2147483738"/>
              <pc:sldLayoutMk cId="1604016214" sldId="2147483881"/>
              <ac:graphicFrameMk id="2" creationId="{5E4A0375-8F13-6F7E-231B-BA2CDFA86E0B}"/>
            </ac:graphicFrameMkLst>
          </pc:graphicFrameChg>
        </pc:sldLayoutChg>
        <pc:sldLayoutChg chg="addSp modSp mod">
          <pc:chgData name="Oscar Pochhammer" userId="9ab6c6786c526755" providerId="LiveId" clId="{03E3BA8E-12F4-4F1F-B605-35B4BCA65135}" dt="2026-04-29T14:34:33.116" v="1504"/>
          <pc:sldLayoutMkLst>
            <pc:docMk/>
            <pc:sldMasterMk cId="0" sldId="2147483738"/>
            <pc:sldLayoutMk cId="2293556544" sldId="2147483882"/>
          </pc:sldLayoutMkLst>
          <pc:spChg chg="mod">
            <ac:chgData name="Oscar Pochhammer" userId="9ab6c6786c526755" providerId="LiveId" clId="{03E3BA8E-12F4-4F1F-B605-35B4BCA65135}" dt="2026-04-29T14:34:32.810" v="1347" actId="299"/>
            <ac:spMkLst>
              <pc:docMk/>
              <pc:sldMasterMk cId="0" sldId="2147483738"/>
              <pc:sldLayoutMk cId="2293556544" sldId="2147483882"/>
              <ac:spMk id="7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800" v="709" actId="947"/>
            <ac:spMkLst>
              <pc:docMk/>
              <pc:sldMasterMk cId="0" sldId="2147483738"/>
              <pc:sldLayoutMk cId="2293556544" sldId="2147483882"/>
              <ac:spMk id="12" creationId="{00000000-0000-0000-0000-000000000000}"/>
            </ac:spMkLst>
          </pc:spChg>
          <pc:graphicFrameChg chg="add mod ord modVis">
            <ac:chgData name="Oscar Pochhammer" userId="9ab6c6786c526755" providerId="LiveId" clId="{03E3BA8E-12F4-4F1F-B605-35B4BCA65135}" dt="2026-04-29T14:34:33.116" v="1504"/>
            <ac:graphicFrameMkLst>
              <pc:docMk/>
              <pc:sldMasterMk cId="0" sldId="2147483738"/>
              <pc:sldLayoutMk cId="2293556544" sldId="2147483882"/>
              <ac:graphicFrameMk id="2" creationId="{53EB032D-9756-D57B-B52B-3B2BA77679AE}"/>
            </ac:graphicFrameMkLst>
          </pc:graphicFrameChg>
        </pc:sldLayoutChg>
        <pc:sldLayoutChg chg="addSp modSp mod">
          <pc:chgData name="Oscar Pochhammer" userId="9ab6c6786c526755" providerId="LiveId" clId="{03E3BA8E-12F4-4F1F-B605-35B4BCA65135}" dt="2026-04-29T14:34:33.101" v="1490"/>
          <pc:sldLayoutMkLst>
            <pc:docMk/>
            <pc:sldMasterMk cId="0" sldId="2147483738"/>
            <pc:sldLayoutMk cId="273876690" sldId="2147483883"/>
          </pc:sldLayoutMkLst>
          <pc:spChg chg="mod">
            <ac:chgData name="Oscar Pochhammer" userId="9ab6c6786c526755" providerId="LiveId" clId="{03E3BA8E-12F4-4F1F-B605-35B4BCA65135}" dt="2026-04-29T14:34:32.801" v="1344" actId="299"/>
            <ac:spMkLst>
              <pc:docMk/>
              <pc:sldMasterMk cId="0" sldId="2147483738"/>
              <pc:sldLayoutMk cId="273876690" sldId="2147483883"/>
              <ac:spMk id="8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789" v="705" actId="947"/>
            <ac:spMkLst>
              <pc:docMk/>
              <pc:sldMasterMk cId="0" sldId="2147483738"/>
              <pc:sldLayoutMk cId="273876690" sldId="2147483883"/>
              <ac:spMk id="9" creationId="{00000000-0000-0000-0000-000000000000}"/>
            </ac:spMkLst>
          </pc:spChg>
          <pc:graphicFrameChg chg="add mod ord modVis">
            <ac:chgData name="Oscar Pochhammer" userId="9ab6c6786c526755" providerId="LiveId" clId="{03E3BA8E-12F4-4F1F-B605-35B4BCA65135}" dt="2026-04-29T14:34:33.101" v="1490"/>
            <ac:graphicFrameMkLst>
              <pc:docMk/>
              <pc:sldMasterMk cId="0" sldId="2147483738"/>
              <pc:sldLayoutMk cId="273876690" sldId="2147483883"/>
              <ac:graphicFrameMk id="2" creationId="{B039FF64-378B-1C1D-544E-331DEEA4F2B7}"/>
            </ac:graphicFrameMkLst>
          </pc:graphicFrameChg>
        </pc:sldLayoutChg>
        <pc:sldLayoutChg chg="addSp modSp mod">
          <pc:chgData name="Oscar Pochhammer" userId="9ab6c6786c526755" providerId="LiveId" clId="{03E3BA8E-12F4-4F1F-B605-35B4BCA65135}" dt="2026-04-29T14:34:33.210" v="1590"/>
          <pc:sldLayoutMkLst>
            <pc:docMk/>
            <pc:sldMasterMk cId="0" sldId="2147483738"/>
            <pc:sldLayoutMk cId="1758341944" sldId="2147483884"/>
          </pc:sldLayoutMkLst>
          <pc:spChg chg="mod">
            <ac:chgData name="Oscar Pochhammer" userId="9ab6c6786c526755" providerId="LiveId" clId="{03E3BA8E-12F4-4F1F-B605-35B4BCA65135}" dt="2026-04-29T14:34:32.869" v="1365" actId="299"/>
            <ac:spMkLst>
              <pc:docMk/>
              <pc:sldMasterMk cId="0" sldId="2147483738"/>
              <pc:sldLayoutMk cId="1758341944" sldId="2147483884"/>
              <ac:spMk id="6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931" v="751" actId="947"/>
            <ac:spMkLst>
              <pc:docMk/>
              <pc:sldMasterMk cId="0" sldId="2147483738"/>
              <pc:sldLayoutMk cId="1758341944" sldId="2147483884"/>
              <ac:spMk id="7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923" v="747" actId="947"/>
            <ac:spMkLst>
              <pc:docMk/>
              <pc:sldMasterMk cId="0" sldId="2147483738"/>
              <pc:sldLayoutMk cId="1758341944" sldId="2147483884"/>
              <ac:spMk id="14" creationId="{00000000-0000-0000-0000-000000000000}"/>
            </ac:spMkLst>
          </pc:spChg>
          <pc:graphicFrameChg chg="add mod ord modVis">
            <ac:chgData name="Oscar Pochhammer" userId="9ab6c6786c526755" providerId="LiveId" clId="{03E3BA8E-12F4-4F1F-B605-35B4BCA65135}" dt="2026-04-29T14:34:33.210" v="1590"/>
            <ac:graphicFrameMkLst>
              <pc:docMk/>
              <pc:sldMasterMk cId="0" sldId="2147483738"/>
              <pc:sldLayoutMk cId="1758341944" sldId="2147483884"/>
              <ac:graphicFrameMk id="2" creationId="{7DCA5642-7CB1-0290-5174-1DC553C4D450}"/>
            </ac:graphicFrameMkLst>
          </pc:graphicFrameChg>
        </pc:sldLayoutChg>
        <pc:sldLayoutChg chg="addSp modSp mod">
          <pc:chgData name="Oscar Pochhammer" userId="9ab6c6786c526755" providerId="LiveId" clId="{03E3BA8E-12F4-4F1F-B605-35B4BCA65135}" dt="2026-04-29T14:34:33.194" v="1576"/>
          <pc:sldLayoutMkLst>
            <pc:docMk/>
            <pc:sldMasterMk cId="0" sldId="2147483738"/>
            <pc:sldLayoutMk cId="4162244920" sldId="2147483885"/>
          </pc:sldLayoutMkLst>
          <pc:spChg chg="mod">
            <ac:chgData name="Oscar Pochhammer" userId="9ab6c6786c526755" providerId="LiveId" clId="{03E3BA8E-12F4-4F1F-B605-35B4BCA65135}" dt="2026-04-29T14:34:32.860" v="1362" actId="299"/>
            <ac:spMkLst>
              <pc:docMk/>
              <pc:sldMasterMk cId="0" sldId="2147483738"/>
              <pc:sldLayoutMk cId="4162244920" sldId="2147483885"/>
              <ac:spMk id="5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910" v="743" actId="947"/>
            <ac:spMkLst>
              <pc:docMk/>
              <pc:sldMasterMk cId="0" sldId="2147483738"/>
              <pc:sldLayoutMk cId="4162244920" sldId="2147483885"/>
              <ac:spMk id="10" creationId="{00000000-0000-0000-0000-000000000000}"/>
            </ac:spMkLst>
          </pc:spChg>
          <pc:graphicFrameChg chg="add mod ord modVis">
            <ac:chgData name="Oscar Pochhammer" userId="9ab6c6786c526755" providerId="LiveId" clId="{03E3BA8E-12F4-4F1F-B605-35B4BCA65135}" dt="2026-04-29T14:34:33.194" v="1576"/>
            <ac:graphicFrameMkLst>
              <pc:docMk/>
              <pc:sldMasterMk cId="0" sldId="2147483738"/>
              <pc:sldLayoutMk cId="4162244920" sldId="2147483885"/>
              <ac:graphicFrameMk id="2" creationId="{31026A35-292E-84B3-8F03-83BE8999AD93}"/>
            </ac:graphicFrameMkLst>
          </pc:graphicFrameChg>
        </pc:sldLayoutChg>
        <pc:sldLayoutChg chg="addSp modSp mod">
          <pc:chgData name="Oscar Pochhammer" userId="9ab6c6786c526755" providerId="LiveId" clId="{03E3BA8E-12F4-4F1F-B605-35B4BCA65135}" dt="2026-04-29T14:34:33.346" v="1716"/>
          <pc:sldLayoutMkLst>
            <pc:docMk/>
            <pc:sldMasterMk cId="0" sldId="2147483738"/>
            <pc:sldLayoutMk cId="2615147979" sldId="2147483886"/>
          </pc:sldLayoutMkLst>
          <pc:spChg chg="mod">
            <ac:chgData name="Oscar Pochhammer" userId="9ab6c6786c526755" providerId="LiveId" clId="{03E3BA8E-12F4-4F1F-B605-35B4BCA65135}" dt="2026-04-29T14:34:32.090" v="863" actId="947"/>
            <ac:spMkLst>
              <pc:docMk/>
              <pc:sldMasterMk cId="0" sldId="2147483738"/>
              <pc:sldLayoutMk cId="2615147979" sldId="2147483886"/>
              <ac:spMk id="3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2.096" v="865" actId="947"/>
            <ac:spMkLst>
              <pc:docMk/>
              <pc:sldMasterMk cId="0" sldId="2147483738"/>
              <pc:sldLayoutMk cId="2615147979" sldId="2147483886"/>
              <ac:spMk id="9" creationId="{00000000-0000-0000-0000-000000000000}"/>
            </ac:spMkLst>
          </pc:spChg>
          <pc:graphicFrameChg chg="add mod ord modVis">
            <ac:chgData name="Oscar Pochhammer" userId="9ab6c6786c526755" providerId="LiveId" clId="{03E3BA8E-12F4-4F1F-B605-35B4BCA65135}" dt="2026-04-29T14:34:33.346" v="1716"/>
            <ac:graphicFrameMkLst>
              <pc:docMk/>
              <pc:sldMasterMk cId="0" sldId="2147483738"/>
              <pc:sldLayoutMk cId="2615147979" sldId="2147483886"/>
              <ac:graphicFrameMk id="2" creationId="{3FEDF7F6-9B6B-9CBF-9F4E-35F95870B4FF}"/>
            </ac:graphicFrameMkLst>
          </pc:graphicFrameChg>
        </pc:sldLayoutChg>
        <pc:sldLayoutChg chg="addSp modSp mod">
          <pc:chgData name="Oscar Pochhammer" userId="9ab6c6786c526755" providerId="LiveId" clId="{03E3BA8E-12F4-4F1F-B605-35B4BCA65135}" dt="2026-04-29T14:34:33.175" v="1560"/>
          <pc:sldLayoutMkLst>
            <pc:docMk/>
            <pc:sldMasterMk cId="0" sldId="2147483738"/>
            <pc:sldLayoutMk cId="867445236" sldId="2147483888"/>
          </pc:sldLayoutMkLst>
          <pc:spChg chg="mod">
            <ac:chgData name="Oscar Pochhammer" userId="9ab6c6786c526755" providerId="LiveId" clId="{03E3BA8E-12F4-4F1F-B605-35B4BCA65135}" dt="2026-04-29T14:34:31.889" v="735" actId="947"/>
            <ac:spMkLst>
              <pc:docMk/>
              <pc:sldMasterMk cId="0" sldId="2147483738"/>
              <pc:sldLayoutMk cId="867445236" sldId="2147483888"/>
              <ac:spMk id="3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875" v="729" actId="947"/>
            <ac:spMkLst>
              <pc:docMk/>
              <pc:sldMasterMk cId="0" sldId="2147483738"/>
              <pc:sldLayoutMk cId="867445236" sldId="2147483888"/>
              <ac:spMk id="6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2.851" v="1359" actId="299"/>
            <ac:spMkLst>
              <pc:docMk/>
              <pc:sldMasterMk cId="0" sldId="2147483738"/>
              <pc:sldLayoutMk cId="867445236" sldId="2147483888"/>
              <ac:spMk id="10" creationId="{00000000-0000-0000-0000-000000000000}"/>
            </ac:spMkLst>
          </pc:spChg>
          <pc:spChg chg="mod">
            <ac:chgData name="Oscar Pochhammer" userId="9ab6c6786c526755" providerId="LiveId" clId="{03E3BA8E-12F4-4F1F-B605-35B4BCA65135}" dt="2026-04-29T14:34:31.885" v="733" actId="947"/>
            <ac:spMkLst>
              <pc:docMk/>
              <pc:sldMasterMk cId="0" sldId="2147483738"/>
              <pc:sldLayoutMk cId="867445236" sldId="2147483888"/>
              <ac:spMk id="11" creationId="{00000000-0000-0000-0000-000000000000}"/>
            </ac:spMkLst>
          </pc:spChg>
          <pc:graphicFrameChg chg="add mod ord modVis">
            <ac:chgData name="Oscar Pochhammer" userId="9ab6c6786c526755" providerId="LiveId" clId="{03E3BA8E-12F4-4F1F-B605-35B4BCA65135}" dt="2026-04-29T14:34:33.175" v="1560"/>
            <ac:graphicFrameMkLst>
              <pc:docMk/>
              <pc:sldMasterMk cId="0" sldId="2147483738"/>
              <pc:sldLayoutMk cId="867445236" sldId="2147483888"/>
              <ac:graphicFrameMk id="2" creationId="{AF745C52-B5AB-0D1B-8089-44325EEA23AB}"/>
            </ac:graphicFrameMkLst>
          </pc:graphicFrame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6B32BE99-0123-4714-B244-843AF167915E}" type="datetimeFigureOut">
              <a:rPr lang="de-DE" altLang="de-DE"/>
              <a:pPr>
                <a:defRPr/>
              </a:pPr>
              <a:t>30.04.2026</a:t>
            </a:fld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93644249-6D7A-4963-99CF-BBB433572CF9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0" eaLnBrk="1" hangingPunct="1">
              <a:defRPr sz="1000" smtClean="0"/>
            </a:lvl1pPr>
          </a:lstStyle>
          <a:p>
            <a:pPr>
              <a:defRPr/>
            </a:pPr>
            <a:fld id="{865FF3A9-3CDD-4208-82CA-51B3DCAC4392}" type="datetimeFigureOut">
              <a:rPr lang="de-DE" altLang="de-DE" smtClean="0"/>
              <a:pPr>
                <a:defRPr/>
              </a:pPr>
              <a:t>30.04.2026</a:t>
            </a:fld>
            <a:endParaRPr lang="de-DE" alt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 dirty="0"/>
              <a:t>Textmasterformat bearbeiten</a:t>
            </a:r>
          </a:p>
          <a:p>
            <a:pPr lvl="1"/>
            <a:r>
              <a:rPr lang="de-DE" altLang="de-DE" noProof="0" dirty="0"/>
              <a:t>Zweite Ebene</a:t>
            </a:r>
          </a:p>
          <a:p>
            <a:pPr lvl="2"/>
            <a:r>
              <a:rPr lang="de-DE" altLang="de-DE" noProof="0" dirty="0"/>
              <a:t>Dritte Ebene</a:t>
            </a:r>
          </a:p>
          <a:p>
            <a:pPr lvl="3"/>
            <a:r>
              <a:rPr lang="de-DE" altLang="de-DE" noProof="0" dirty="0"/>
              <a:t>Vierte Ebene</a:t>
            </a:r>
          </a:p>
          <a:p>
            <a:pPr lvl="4"/>
            <a:r>
              <a:rPr lang="de-DE" alt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0" eaLnBrk="1" hangingPunct="1">
              <a:defRPr sz="1000"/>
            </a:lvl1pPr>
          </a:lstStyle>
          <a:p>
            <a:fld id="{561A87E6-38E8-4E05-8E57-3F641CE0C8C8}" type="slidenum">
              <a:rPr lang="de-DE" altLang="de-DE" smtClean="0"/>
              <a:pPr/>
              <a:t>‹#›</a:t>
            </a:fld>
            <a:endParaRPr lang="de-DE" alt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74745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50" Type="http://schemas.openxmlformats.org/officeDocument/2006/relationships/image" Target="../media/image48.png"/><Relationship Id="rId55" Type="http://schemas.openxmlformats.org/officeDocument/2006/relationships/image" Target="../media/image53.png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3" Type="http://schemas.openxmlformats.org/officeDocument/2006/relationships/image" Target="../media/image51.png"/><Relationship Id="rId5" Type="http://schemas.openxmlformats.org/officeDocument/2006/relationships/image" Target="../media/image2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4" Type="http://schemas.openxmlformats.org/officeDocument/2006/relationships/image" Target="../media/image1.emf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3" Type="http://schemas.openxmlformats.org/officeDocument/2006/relationships/oleObject" Target="../embeddings/oleObject4.bin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54" Type="http://schemas.openxmlformats.org/officeDocument/2006/relationships/image" Target="../media/image52.png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54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55.jpe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56.jpe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C01C877-984A-B815-594C-C9800939379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7903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C01C877-984A-B815-594C-C980093937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/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7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algn="l" rtl="0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</a:t>
            </a:r>
            <a:r>
              <a:rPr lang="de-DE"/>
              <a:t>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3649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01B9C74-0786-C518-D04A-64B8338261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5825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01B9C74-0786-C518-D04A-64B8338261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feld 3"/>
          <p:cNvSpPr txBox="1"/>
          <p:nvPr/>
        </p:nvSpPr>
        <p:spPr>
          <a:xfrm>
            <a:off x="-1601788" y="515938"/>
            <a:ext cx="1198563" cy="1784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pic>
        <p:nvPicPr>
          <p:cNvPr id="7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rafik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algn="l" rtl="0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</a:t>
            </a:r>
            <a:r>
              <a:rPr lang="de-DE"/>
              <a:t>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45850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E4A0375-8F13-6F7E-231B-BA2CDFA86E0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4923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4A0375-8F13-6F7E-231B-BA2CDFA86E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feld 5"/>
          <p:cNvSpPr txBox="1"/>
          <p:nvPr/>
        </p:nvSpPr>
        <p:spPr>
          <a:xfrm>
            <a:off x="-1601788" y="515938"/>
            <a:ext cx="684000" cy="40934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algn="l" rtl="0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5230801"/>
            <a:ext cx="1148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</a:t>
            </a:r>
            <a:r>
              <a:rPr lang="de-DE"/>
              <a:t>Klicken bearbeiten</a:t>
            </a:r>
            <a:endParaRPr lang="de-DE" dirty="0"/>
          </a:p>
        </p:txBody>
      </p:sp>
      <p:pic>
        <p:nvPicPr>
          <p:cNvPr id="316" name="Grafik 31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732" y="1998343"/>
            <a:ext cx="684000" cy="684000"/>
          </a:xfrm>
          <a:prstGeom prst="rect">
            <a:avLst/>
          </a:prstGeom>
        </p:spPr>
      </p:pic>
      <p:pic>
        <p:nvPicPr>
          <p:cNvPr id="317" name="Grafik 3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2866" y="2726514"/>
            <a:ext cx="684000" cy="684000"/>
          </a:xfrm>
          <a:prstGeom prst="rect">
            <a:avLst/>
          </a:prstGeom>
        </p:spPr>
      </p:pic>
      <p:pic>
        <p:nvPicPr>
          <p:cNvPr id="318" name="Grafik 317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804" y="1998343"/>
            <a:ext cx="684000" cy="684000"/>
          </a:xfrm>
          <a:prstGeom prst="rect">
            <a:avLst/>
          </a:prstGeom>
        </p:spPr>
      </p:pic>
      <p:pic>
        <p:nvPicPr>
          <p:cNvPr id="319" name="Grafik 318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709" y="1998343"/>
            <a:ext cx="684000" cy="684000"/>
          </a:xfrm>
          <a:prstGeom prst="rect">
            <a:avLst/>
          </a:prstGeom>
        </p:spPr>
      </p:pic>
      <p:pic>
        <p:nvPicPr>
          <p:cNvPr id="320" name="Grafik 319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6618" y="3435502"/>
            <a:ext cx="684000" cy="684000"/>
          </a:xfrm>
          <a:prstGeom prst="rect">
            <a:avLst/>
          </a:prstGeom>
        </p:spPr>
      </p:pic>
      <p:pic>
        <p:nvPicPr>
          <p:cNvPr id="321" name="Grafik 320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744" y="557761"/>
            <a:ext cx="684000" cy="684000"/>
          </a:xfrm>
          <a:prstGeom prst="rect">
            <a:avLst/>
          </a:prstGeom>
        </p:spPr>
      </p:pic>
      <p:pic>
        <p:nvPicPr>
          <p:cNvPr id="322" name="Grafik 321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749" y="2726514"/>
            <a:ext cx="684000" cy="684000"/>
          </a:xfrm>
          <a:prstGeom prst="rect">
            <a:avLst/>
          </a:prstGeom>
        </p:spPr>
      </p:pic>
      <p:pic>
        <p:nvPicPr>
          <p:cNvPr id="323" name="Grafik 322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886" y="1273218"/>
            <a:ext cx="684000" cy="684000"/>
          </a:xfrm>
          <a:prstGeom prst="rect">
            <a:avLst/>
          </a:prstGeom>
        </p:spPr>
      </p:pic>
      <p:pic>
        <p:nvPicPr>
          <p:cNvPr id="324" name="Grafik 323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668" y="1998335"/>
            <a:ext cx="684000" cy="681131"/>
          </a:xfrm>
          <a:prstGeom prst="rect">
            <a:avLst/>
          </a:prstGeom>
        </p:spPr>
      </p:pic>
      <p:pic>
        <p:nvPicPr>
          <p:cNvPr id="325" name="Grafik 324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2689" y="3435502"/>
            <a:ext cx="684000" cy="684000"/>
          </a:xfrm>
          <a:prstGeom prst="rect">
            <a:avLst/>
          </a:prstGeom>
        </p:spPr>
      </p:pic>
      <p:pic>
        <p:nvPicPr>
          <p:cNvPr id="326" name="Grafik 325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798" y="3435502"/>
            <a:ext cx="684000" cy="684000"/>
          </a:xfrm>
          <a:prstGeom prst="rect">
            <a:avLst/>
          </a:prstGeom>
        </p:spPr>
      </p:pic>
      <p:pic>
        <p:nvPicPr>
          <p:cNvPr id="327" name="Grafik 326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34" y="1998343"/>
            <a:ext cx="684000" cy="684000"/>
          </a:xfrm>
          <a:prstGeom prst="rect">
            <a:avLst/>
          </a:prstGeom>
        </p:spPr>
      </p:pic>
      <p:pic>
        <p:nvPicPr>
          <p:cNvPr id="328" name="Grafik 327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832" y="2726514"/>
            <a:ext cx="684000" cy="684000"/>
          </a:xfrm>
          <a:prstGeom prst="rect">
            <a:avLst/>
          </a:prstGeom>
        </p:spPr>
      </p:pic>
      <p:pic>
        <p:nvPicPr>
          <p:cNvPr id="329" name="Grafik 32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489" y="2726514"/>
            <a:ext cx="684000" cy="684000"/>
          </a:xfrm>
          <a:prstGeom prst="rect">
            <a:avLst/>
          </a:prstGeom>
        </p:spPr>
      </p:pic>
      <p:pic>
        <p:nvPicPr>
          <p:cNvPr id="330" name="Grafik 329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382" y="1273218"/>
            <a:ext cx="684000" cy="684000"/>
          </a:xfrm>
          <a:prstGeom prst="rect">
            <a:avLst/>
          </a:prstGeom>
        </p:spPr>
      </p:pic>
      <p:pic>
        <p:nvPicPr>
          <p:cNvPr id="331" name="Grafik 330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692" y="2726514"/>
            <a:ext cx="684000" cy="684000"/>
          </a:xfrm>
          <a:prstGeom prst="rect">
            <a:avLst/>
          </a:prstGeom>
        </p:spPr>
      </p:pic>
      <p:pic>
        <p:nvPicPr>
          <p:cNvPr id="332" name="Grafik 331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46" y="557761"/>
            <a:ext cx="684000" cy="684000"/>
          </a:xfrm>
          <a:prstGeom prst="rect">
            <a:avLst/>
          </a:prstGeom>
        </p:spPr>
      </p:pic>
      <p:pic>
        <p:nvPicPr>
          <p:cNvPr id="335" name="Grafik 334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095" y="1273218"/>
            <a:ext cx="684000" cy="684000"/>
          </a:xfrm>
          <a:prstGeom prst="rect">
            <a:avLst/>
          </a:prstGeom>
        </p:spPr>
      </p:pic>
      <p:pic>
        <p:nvPicPr>
          <p:cNvPr id="336" name="Grafik 335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439" y="2726514"/>
            <a:ext cx="684000" cy="684000"/>
          </a:xfrm>
          <a:prstGeom prst="rect">
            <a:avLst/>
          </a:prstGeom>
        </p:spPr>
      </p:pic>
      <p:pic>
        <p:nvPicPr>
          <p:cNvPr id="340" name="Grafik 339"/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812" y="557761"/>
            <a:ext cx="684000" cy="684000"/>
          </a:xfrm>
          <a:prstGeom prst="rect">
            <a:avLst/>
          </a:prstGeom>
        </p:spPr>
      </p:pic>
      <p:pic>
        <p:nvPicPr>
          <p:cNvPr id="343" name="Grafik 342"/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995" y="1273218"/>
            <a:ext cx="684000" cy="684000"/>
          </a:xfrm>
          <a:prstGeom prst="rect">
            <a:avLst/>
          </a:prstGeom>
        </p:spPr>
      </p:pic>
      <p:pic>
        <p:nvPicPr>
          <p:cNvPr id="345" name="Grafik 344"/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680" y="1998343"/>
            <a:ext cx="684000" cy="684000"/>
          </a:xfrm>
          <a:prstGeom prst="rect">
            <a:avLst/>
          </a:prstGeom>
        </p:spPr>
      </p:pic>
      <p:pic>
        <p:nvPicPr>
          <p:cNvPr id="346" name="Grafik 345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3344" y="1998343"/>
            <a:ext cx="684000" cy="684000"/>
          </a:xfrm>
          <a:prstGeom prst="rect">
            <a:avLst/>
          </a:prstGeom>
        </p:spPr>
      </p:pic>
      <p:pic>
        <p:nvPicPr>
          <p:cNvPr id="347" name="Grafik 346"/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963" y="1998343"/>
            <a:ext cx="684000" cy="684000"/>
          </a:xfrm>
          <a:prstGeom prst="rect">
            <a:avLst/>
          </a:prstGeom>
        </p:spPr>
      </p:pic>
      <p:pic>
        <p:nvPicPr>
          <p:cNvPr id="348" name="Grafik 347"/>
          <p:cNvPicPr>
            <a:picLocks noChangeAspect="1"/>
          </p:cNvPicPr>
          <p:nvPr userDrawn="1"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471" y="1273218"/>
            <a:ext cx="684000" cy="684000"/>
          </a:xfrm>
          <a:prstGeom prst="rect">
            <a:avLst/>
          </a:prstGeom>
        </p:spPr>
      </p:pic>
      <p:pic>
        <p:nvPicPr>
          <p:cNvPr id="349" name="Grafik 348"/>
          <p:cNvPicPr>
            <a:picLocks noChangeAspect="1"/>
          </p:cNvPicPr>
          <p:nvPr userDrawn="1"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118" y="2726514"/>
            <a:ext cx="684000" cy="684000"/>
          </a:xfrm>
          <a:prstGeom prst="rect">
            <a:avLst/>
          </a:prstGeom>
        </p:spPr>
      </p:pic>
      <p:pic>
        <p:nvPicPr>
          <p:cNvPr id="350" name="Grafik 349"/>
          <p:cNvPicPr>
            <a:picLocks noChangeAspect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10" y="2726514"/>
            <a:ext cx="684000" cy="684000"/>
          </a:xfrm>
          <a:prstGeom prst="rect">
            <a:avLst/>
          </a:prstGeom>
        </p:spPr>
      </p:pic>
      <p:pic>
        <p:nvPicPr>
          <p:cNvPr id="352" name="Grafik 351"/>
          <p:cNvPicPr>
            <a:picLocks noChangeAspect="1"/>
          </p:cNvPicPr>
          <p:nvPr userDrawn="1"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2069" y="1998343"/>
            <a:ext cx="684000" cy="684000"/>
          </a:xfrm>
          <a:prstGeom prst="rect">
            <a:avLst/>
          </a:prstGeom>
        </p:spPr>
      </p:pic>
      <p:pic>
        <p:nvPicPr>
          <p:cNvPr id="354" name="Grafik 353"/>
          <p:cNvPicPr>
            <a:picLocks noChangeAspect="1"/>
          </p:cNvPicPr>
          <p:nvPr userDrawn="1"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204" y="2726514"/>
            <a:ext cx="684000" cy="684000"/>
          </a:xfrm>
          <a:prstGeom prst="rect">
            <a:avLst/>
          </a:prstGeom>
        </p:spPr>
      </p:pic>
      <p:pic>
        <p:nvPicPr>
          <p:cNvPr id="355" name="Grafik 354"/>
          <p:cNvPicPr>
            <a:picLocks noChangeAspect="1"/>
          </p:cNvPicPr>
          <p:nvPr userDrawn="1"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3512" y="1273218"/>
            <a:ext cx="684000" cy="684000"/>
          </a:xfrm>
          <a:prstGeom prst="rect">
            <a:avLst/>
          </a:prstGeom>
        </p:spPr>
      </p:pic>
      <p:pic>
        <p:nvPicPr>
          <p:cNvPr id="356" name="Grafik 355"/>
          <p:cNvPicPr>
            <a:picLocks noChangeAspect="1"/>
          </p:cNvPicPr>
          <p:nvPr userDrawn="1"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637" y="1998343"/>
            <a:ext cx="684000" cy="684000"/>
          </a:xfrm>
          <a:prstGeom prst="rect">
            <a:avLst/>
          </a:prstGeom>
        </p:spPr>
      </p:pic>
      <p:pic>
        <p:nvPicPr>
          <p:cNvPr id="358" name="Grafik 357"/>
          <p:cNvPicPr>
            <a:picLocks noChangeAspect="1"/>
          </p:cNvPicPr>
          <p:nvPr userDrawn="1"/>
        </p:nvPicPr>
        <p:blipFill>
          <a:blip r:embed="rId3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882" y="3435502"/>
            <a:ext cx="684000" cy="684000"/>
          </a:xfrm>
          <a:prstGeom prst="rect">
            <a:avLst/>
          </a:prstGeom>
        </p:spPr>
      </p:pic>
      <p:pic>
        <p:nvPicPr>
          <p:cNvPr id="360" name="Grafik 359"/>
          <p:cNvPicPr>
            <a:picLocks noChangeAspect="1"/>
          </p:cNvPicPr>
          <p:nvPr userDrawn="1"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365" y="1273218"/>
            <a:ext cx="684000" cy="684000"/>
          </a:xfrm>
          <a:prstGeom prst="rect">
            <a:avLst/>
          </a:prstGeom>
        </p:spPr>
      </p:pic>
      <p:pic>
        <p:nvPicPr>
          <p:cNvPr id="368" name="Grafik 367"/>
          <p:cNvPicPr>
            <a:picLocks noChangeAspect="1"/>
          </p:cNvPicPr>
          <p:nvPr userDrawn="1"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9129" y="3435502"/>
            <a:ext cx="684000" cy="684000"/>
          </a:xfrm>
          <a:prstGeom prst="rect">
            <a:avLst/>
          </a:prstGeom>
        </p:spPr>
      </p:pic>
      <p:pic>
        <p:nvPicPr>
          <p:cNvPr id="369" name="Grafik 368"/>
          <p:cNvPicPr>
            <a:picLocks noChangeAspect="1"/>
          </p:cNvPicPr>
          <p:nvPr userDrawn="1"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526" y="1998343"/>
            <a:ext cx="684000" cy="684000"/>
          </a:xfrm>
          <a:prstGeom prst="rect">
            <a:avLst/>
          </a:prstGeom>
        </p:spPr>
      </p:pic>
      <p:pic>
        <p:nvPicPr>
          <p:cNvPr id="370" name="Grafik 369"/>
          <p:cNvPicPr>
            <a:picLocks noChangeAspect="1"/>
          </p:cNvPicPr>
          <p:nvPr userDrawn="1"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8338" y="2726514"/>
            <a:ext cx="684000" cy="684000"/>
          </a:xfrm>
          <a:prstGeom prst="rect">
            <a:avLst/>
          </a:prstGeom>
        </p:spPr>
      </p:pic>
      <p:pic>
        <p:nvPicPr>
          <p:cNvPr id="371" name="Grafik 370"/>
          <p:cNvPicPr>
            <a:picLocks noChangeAspect="1"/>
          </p:cNvPicPr>
          <p:nvPr userDrawn="1"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1009" y="1998343"/>
            <a:ext cx="684000" cy="684000"/>
          </a:xfrm>
          <a:prstGeom prst="rect">
            <a:avLst/>
          </a:prstGeom>
        </p:spPr>
      </p:pic>
      <p:pic>
        <p:nvPicPr>
          <p:cNvPr id="376" name="Grafik 375"/>
          <p:cNvPicPr>
            <a:picLocks noChangeAspect="1"/>
          </p:cNvPicPr>
          <p:nvPr userDrawn="1"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006" y="557761"/>
            <a:ext cx="684000" cy="684000"/>
          </a:xfrm>
          <a:prstGeom prst="rect">
            <a:avLst/>
          </a:prstGeom>
        </p:spPr>
      </p:pic>
      <p:pic>
        <p:nvPicPr>
          <p:cNvPr id="384" name="Grafik 383"/>
          <p:cNvPicPr>
            <a:picLocks noChangeAspect="1"/>
          </p:cNvPicPr>
          <p:nvPr userDrawn="1"/>
        </p:nvPicPr>
        <p:blipFill>
          <a:blip r:embed="rId4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196" y="1998343"/>
            <a:ext cx="684000" cy="684000"/>
          </a:xfrm>
          <a:prstGeom prst="rect">
            <a:avLst/>
          </a:prstGeom>
        </p:spPr>
      </p:pic>
      <p:pic>
        <p:nvPicPr>
          <p:cNvPr id="392" name="Grafik 391"/>
          <p:cNvPicPr>
            <a:picLocks noChangeAspect="1"/>
          </p:cNvPicPr>
          <p:nvPr userDrawn="1"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967" y="1273218"/>
            <a:ext cx="684000" cy="684000"/>
          </a:xfrm>
          <a:prstGeom prst="rect">
            <a:avLst/>
          </a:prstGeom>
        </p:spPr>
      </p:pic>
      <p:pic>
        <p:nvPicPr>
          <p:cNvPr id="393" name="Grafik 392"/>
          <p:cNvPicPr>
            <a:picLocks noChangeAspect="1"/>
          </p:cNvPicPr>
          <p:nvPr userDrawn="1"/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4336" y="557761"/>
            <a:ext cx="684000" cy="684000"/>
          </a:xfrm>
          <a:prstGeom prst="rect">
            <a:avLst/>
          </a:prstGeom>
        </p:spPr>
      </p:pic>
      <p:pic>
        <p:nvPicPr>
          <p:cNvPr id="403" name="Grafik 402"/>
          <p:cNvPicPr>
            <a:picLocks noChangeAspect="1"/>
          </p:cNvPicPr>
          <p:nvPr userDrawn="1"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365" y="1273218"/>
            <a:ext cx="684000" cy="684000"/>
          </a:xfrm>
          <a:prstGeom prst="rect">
            <a:avLst/>
          </a:prstGeom>
        </p:spPr>
      </p:pic>
      <p:pic>
        <p:nvPicPr>
          <p:cNvPr id="404" name="Grafik 403"/>
          <p:cNvPicPr>
            <a:picLocks noChangeAspect="1"/>
          </p:cNvPicPr>
          <p:nvPr userDrawn="1"/>
        </p:nvPicPr>
        <p:blipFill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1183" y="1273218"/>
            <a:ext cx="684000" cy="684000"/>
          </a:xfrm>
          <a:prstGeom prst="rect">
            <a:avLst/>
          </a:prstGeom>
        </p:spPr>
      </p:pic>
      <p:pic>
        <p:nvPicPr>
          <p:cNvPr id="405" name="Grafik 404"/>
          <p:cNvPicPr>
            <a:picLocks noChangeAspect="1"/>
          </p:cNvPicPr>
          <p:nvPr userDrawn="1"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1009" y="557761"/>
            <a:ext cx="684000" cy="684000"/>
          </a:xfrm>
          <a:prstGeom prst="rect">
            <a:avLst/>
          </a:prstGeom>
        </p:spPr>
      </p:pic>
      <p:pic>
        <p:nvPicPr>
          <p:cNvPr id="406" name="Grafik 405"/>
          <p:cNvPicPr>
            <a:picLocks noChangeAspect="1"/>
          </p:cNvPicPr>
          <p:nvPr userDrawn="1"/>
        </p:nvPicPr>
        <p:blipFill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1009" y="1273218"/>
            <a:ext cx="684000" cy="684000"/>
          </a:xfrm>
          <a:prstGeom prst="rect">
            <a:avLst/>
          </a:prstGeom>
        </p:spPr>
      </p:pic>
      <p:pic>
        <p:nvPicPr>
          <p:cNvPr id="408" name="Grafik 407"/>
          <p:cNvPicPr>
            <a:picLocks noChangeAspect="1"/>
          </p:cNvPicPr>
          <p:nvPr userDrawn="1"/>
        </p:nvPicPr>
        <p:blipFill>
          <a:blip r:embed="rId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207" y="2726514"/>
            <a:ext cx="684000" cy="684000"/>
          </a:xfrm>
          <a:prstGeom prst="rect">
            <a:avLst/>
          </a:prstGeom>
        </p:spPr>
      </p:pic>
      <p:pic>
        <p:nvPicPr>
          <p:cNvPr id="412" name="Grafik 411"/>
          <p:cNvPicPr>
            <a:picLocks noChangeAspect="1"/>
          </p:cNvPicPr>
          <p:nvPr userDrawn="1"/>
        </p:nvPicPr>
        <p:blipFill>
          <a:blip r:embed="rId5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360" y="4147930"/>
            <a:ext cx="684000" cy="684000"/>
          </a:xfrm>
          <a:prstGeom prst="rect">
            <a:avLst/>
          </a:prstGeom>
        </p:spPr>
      </p:pic>
      <p:pic>
        <p:nvPicPr>
          <p:cNvPr id="416" name="Grafik 415"/>
          <p:cNvPicPr>
            <a:picLocks noChangeAspect="1"/>
          </p:cNvPicPr>
          <p:nvPr userDrawn="1"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331" y="1273218"/>
            <a:ext cx="684000" cy="684000"/>
          </a:xfrm>
          <a:prstGeom prst="rect">
            <a:avLst/>
          </a:prstGeom>
        </p:spPr>
      </p:pic>
      <p:pic>
        <p:nvPicPr>
          <p:cNvPr id="421" name="Grafik 420"/>
          <p:cNvPicPr>
            <a:picLocks noChangeAspect="1"/>
          </p:cNvPicPr>
          <p:nvPr userDrawn="1"/>
        </p:nvPicPr>
        <p:blipFill>
          <a:blip r:embed="rId5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210" y="557761"/>
            <a:ext cx="684000" cy="684000"/>
          </a:xfrm>
          <a:prstGeom prst="rect">
            <a:avLst/>
          </a:prstGeom>
        </p:spPr>
      </p:pic>
      <p:pic>
        <p:nvPicPr>
          <p:cNvPr id="423" name="Grafik 422"/>
          <p:cNvPicPr>
            <a:picLocks noChangeAspect="1"/>
          </p:cNvPicPr>
          <p:nvPr userDrawn="1"/>
        </p:nvPicPr>
        <p:blipFill>
          <a:blip r:embed="rId5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429" y="1998343"/>
            <a:ext cx="6840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6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F745C52-B5AB-0D1B-8089-44325EEA23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37642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F745C52-B5AB-0D1B-8089-44325EEA23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feld 5"/>
          <p:cNvSpPr txBox="1"/>
          <p:nvPr userDrawn="1"/>
        </p:nvSpPr>
        <p:spPr>
          <a:xfrm>
            <a:off x="-1601788" y="515938"/>
            <a:ext cx="1198563" cy="1784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rtl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solidFill>
                  <a:schemeClr val="bg1"/>
                </a:solidFill>
                <a:latin typeface="+mn-lt"/>
                <a:ea typeface="+mn-ea"/>
              </a:rPr>
              <a:t>Bild zuschneiden unter: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solidFill>
                  <a:schemeClr val="bg1"/>
                </a:solidFill>
                <a:latin typeface="+mn-lt"/>
                <a:ea typeface="+mn-ea"/>
              </a:rPr>
              <a:t>Format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solidFill>
                  <a:schemeClr val="bg1"/>
                </a:solidFill>
                <a:latin typeface="+mn-lt"/>
                <a:ea typeface="+mn-ea"/>
              </a:rPr>
              <a:t>Zuschneiden</a:t>
            </a:r>
          </a:p>
          <a:p>
            <a:pPr marL="171450" indent="-171450" rtl="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solidFill>
                  <a:schemeClr val="bg1"/>
                </a:solidFill>
                <a:latin typeface="+mn-lt"/>
                <a:ea typeface="+mn-ea"/>
              </a:rPr>
              <a:t>Zuschneidewerkzeug</a:t>
            </a:r>
            <a:r>
              <a:rPr lang="de-DE" sz="1000" dirty="0">
                <a:solidFill>
                  <a:schemeClr val="bg1"/>
                </a:solidFill>
                <a:latin typeface="+mn-lt"/>
                <a:ea typeface="+mn-ea"/>
              </a:rPr>
              <a:t> horizontal bis zur ersten oder zweiten Linie ziehen</a:t>
            </a: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algn="l" rtl="0"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5230801"/>
            <a:ext cx="1148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3" name="Rechteck 2"/>
          <p:cNvSpPr/>
          <p:nvPr userDrawn="1"/>
        </p:nvSpPr>
        <p:spPr>
          <a:xfrm>
            <a:off x="0" y="0"/>
            <a:ext cx="12801600" cy="4493342"/>
          </a:xfrm>
          <a:prstGeom prst="rect">
            <a:avLst/>
          </a:prstGeom>
          <a:solidFill>
            <a:srgbClr val="00549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004" y="781050"/>
            <a:ext cx="22479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445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3EB032D-9756-D57B-B52B-3B2BA77679A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91260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3EB032D-9756-D57B-B52B-3B2BA77679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erader Verbinder 4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algn="l" rtl="0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</a:t>
            </a:r>
            <a:r>
              <a:rPr lang="de-DE"/>
              <a:t>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3556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039FF64-378B-1C1D-544E-331DEEA4F2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56853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039FF64-378B-1C1D-544E-331DEEA4F2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Gerader Verbinder 3"/>
          <p:cNvCxnSpPr/>
          <p:nvPr/>
        </p:nvCxnSpPr>
        <p:spPr>
          <a:xfrm>
            <a:off x="392113" y="30368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vert="horz" lIns="0" tIns="0" rIns="0" bIns="0" anchor="t" anchorCtr="0">
            <a:noAutofit/>
          </a:bodyPr>
          <a:lstStyle>
            <a:lvl1pPr algn="l" rtl="0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</a:t>
            </a:r>
            <a:r>
              <a:rPr lang="de-DE"/>
              <a:t>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87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5679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DCDE0B3-2C7F-329E-982F-9D35535A12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7447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CDE0B3-2C7F-329E-982F-9D35535A12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73038" y="1684800"/>
            <a:ext cx="11484000" cy="31932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algn="l" rtl="0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6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3393376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263DEAB-683F-FB95-9B08-BE78C9CF5A9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42225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263DEAB-683F-FB95-9B08-BE78C9CF5A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algn="l" rtl="0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3117" y="1684801"/>
            <a:ext cx="11484000" cy="3751263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FontTx/>
              <a:buNone/>
              <a:defRPr/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6014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DCA5642-7CB1-0290-5174-1DC553C4D4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4726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CA5642-7CB1-0290-5174-1DC553C4D4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fik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1684338"/>
            <a:ext cx="3635375" cy="398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383117" y="1684800"/>
            <a:ext cx="7560000" cy="3985955"/>
          </a:xfrm>
          <a:prstGeom prst="rect">
            <a:avLst/>
          </a:prstGeom>
        </p:spPr>
        <p:txBody>
          <a:bodyPr lIns="0" tIns="0" rIns="0" bIns="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algn="l" rtl="0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  <p:sp>
        <p:nvSpPr>
          <p:cNvPr id="7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1758341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1026A35-292E-84B3-8F03-83BE8999AD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404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1026A35-292E-84B3-8F03-83BE8999AD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152525"/>
            <a:ext cx="11480800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platzhalt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83117" y="5359401"/>
            <a:ext cx="11484000" cy="499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rtl="0">
              <a:buNone/>
              <a:defRPr sz="900" baseline="0"/>
            </a:lvl1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algn="l" rtl="0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62244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7BD0446-2559-C71F-F2BC-8975B9BD773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71757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7BD0446-2559-C71F-F2BC-8975B9BD77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platzhalt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383117" y="1684800"/>
            <a:ext cx="11484000" cy="3632200"/>
          </a:xfrm>
          <a:prstGeom prst="rect">
            <a:avLst/>
          </a:prstGeom>
        </p:spPr>
        <p:txBody>
          <a:bodyPr lIns="0" tIns="0" rIns="0" bIns="0"/>
          <a:lstStyle>
            <a:lvl1pPr rtl="0">
              <a:defRPr/>
            </a:lvl1pPr>
          </a:lstStyle>
          <a:p>
            <a:pPr lvl="0"/>
            <a:r>
              <a:rPr lang="de-DE" noProof="0" dirty="0"/>
              <a:t>Diagramm durch Klicken auf Symbol hinzufügen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vert="horz" lIns="0" tIns="0" rIns="0" bIns="0" anchor="b" anchorCtr="0"/>
          <a:lstStyle>
            <a:lvl1pPr algn="l" rtl="0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 durch </a:t>
            </a:r>
            <a:r>
              <a:rPr lang="de-DE"/>
              <a:t>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59322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FEDF7F6-9B6B-9CBF-9F4E-35F95870B4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09761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25" imgH="426" progId="TCLayout.ActiveDocument.1">
                  <p:embed/>
                </p:oleObj>
              </mc:Choice>
              <mc:Fallback>
                <p:oleObj name="think-cell Folie" r:id="rId3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EDF7F6-9B6B-9CBF-9F4E-35F95870B4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/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rtl="0" eaLnBrk="1" hangingPunct="1">
              <a:lnSpc>
                <a:spcPct val="90000"/>
              </a:lnSpc>
              <a:defRPr/>
            </a:pPr>
            <a:r>
              <a:rPr lang="de-DE" altLang="de-DE" sz="3200" b="1" dirty="0">
                <a:solidFill>
                  <a:schemeClr val="tx2"/>
                </a:solidFill>
              </a:rPr>
              <a:t>Vielen Dank</a:t>
            </a:r>
            <a:br>
              <a:rPr lang="de-DE" altLang="de-DE" sz="3200" b="1" dirty="0">
                <a:solidFill>
                  <a:schemeClr val="tx2"/>
                </a:solidFill>
              </a:rPr>
            </a:br>
            <a:r>
              <a:rPr lang="de-DE" altLang="de-DE" sz="3200" b="1" dirty="0">
                <a:solidFill>
                  <a:schemeClr val="tx2"/>
                </a:solidFill>
              </a:rPr>
              <a:t>für </a:t>
            </a:r>
            <a:r>
              <a:rPr lang="de-DE" altLang="de-DE" sz="3200" b="1">
                <a:solidFill>
                  <a:schemeClr val="tx2"/>
                </a:solidFill>
              </a:rPr>
              <a:t>Ihre Aufmerksamkeit</a:t>
            </a:r>
            <a:endParaRPr lang="de-DE" altLang="de-DE" sz="3200" b="1" dirty="0">
              <a:solidFill>
                <a:schemeClr val="tx2"/>
              </a:solidFill>
            </a:endParaRPr>
          </a:p>
        </p:txBody>
      </p:sp>
      <p:pic>
        <p:nvPicPr>
          <p:cNvPr id="4" name="Grafik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24"/>
          <p:cNvSpPr>
            <a:spLocks noGrp="1"/>
          </p:cNvSpPr>
          <p:nvPr>
            <p:ph type="body" sz="quarter" idx="11" hasCustomPrompt="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 dirty="0"/>
              <a:t>Formatvorlagen des Textmasters bearbeiten</a:t>
            </a:r>
          </a:p>
        </p:txBody>
      </p:sp>
    </p:spTree>
    <p:extLst>
      <p:ext uri="{BB962C8B-B14F-4D97-AF65-F5344CB8AC3E}">
        <p14:creationId xmlns:p14="http://schemas.microsoft.com/office/powerpoint/2010/main" val="261514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14198A7-348E-3988-7EF7-E15DB893939C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162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6" imgW="425" imgH="426" progId="TCLayout.ActiveDocument.1">
                  <p:embed/>
                </p:oleObj>
              </mc:Choice>
              <mc:Fallback>
                <p:oleObj name="think-cell Folie" r:id="rId16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4198A7-348E-3988-7EF7-E15DB89393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6" name="Grafik 6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925" y="6043613"/>
            <a:ext cx="1779588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5"/>
          <p:cNvSpPr txBox="1">
            <a:spLocks/>
          </p:cNvSpPr>
          <p:nvPr/>
        </p:nvSpPr>
        <p:spPr>
          <a:xfrm>
            <a:off x="1195388" y="6227763"/>
            <a:ext cx="700246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rtl="0" eaLnBrk="1" hangingPunct="1">
              <a:defRPr/>
            </a:pPr>
            <a:r>
              <a:rPr lang="de-DE" altLang="de-DE" sz="900" dirty="0">
                <a:solidFill>
                  <a:schemeClr val="tx2"/>
                </a:solidFill>
              </a:rPr>
              <a:t>Wettbewerbsorientierte Marktanalyse mit Large Language Models</a:t>
            </a:r>
          </a:p>
          <a:p>
            <a:pPr rtl="0" eaLnBrk="1" hangingPunct="1">
              <a:defRPr/>
            </a:pPr>
            <a:r>
              <a:rPr lang="de-DE" altLang="de-DE" sz="900" baseline="0" dirty="0">
                <a:solidFill>
                  <a:schemeClr val="tx2"/>
                </a:solidFill>
              </a:rPr>
              <a:t>RWTH Aachen University  I  Research Group Electronic Business  I </a:t>
            </a:r>
            <a:r>
              <a:rPr lang="de-DE" altLang="de-DE" sz="900" baseline="0" dirty="0" err="1">
                <a:solidFill>
                  <a:schemeClr val="tx2"/>
                </a:solidFill>
              </a:rPr>
              <a:t>Yurou</a:t>
            </a:r>
            <a:r>
              <a:rPr lang="de-DE" altLang="de-DE" sz="900" baseline="0" dirty="0">
                <a:solidFill>
                  <a:schemeClr val="tx2"/>
                </a:solidFill>
              </a:rPr>
              <a:t> Zhang I  April 2026</a:t>
            </a:r>
            <a:endParaRPr lang="de-DE" altLang="de-DE" sz="900" dirty="0">
              <a:solidFill>
                <a:schemeClr val="tx2"/>
              </a:solidFill>
            </a:endParaRPr>
          </a:p>
          <a:p>
            <a:pPr rtl="0" eaLnBrk="1" hangingPunct="1">
              <a:defRPr/>
            </a:pPr>
            <a:endParaRPr lang="de-DE" altLang="de-DE" sz="900" dirty="0">
              <a:solidFill>
                <a:schemeClr val="tx2"/>
              </a:solidFill>
            </a:endParaRPr>
          </a:p>
        </p:txBody>
      </p:sp>
      <p:cxnSp>
        <p:nvCxnSpPr>
          <p:cNvPr id="11" name="Gerader Verbinder 10"/>
          <p:cNvCxnSpPr/>
          <p:nvPr/>
        </p:nvCxnSpPr>
        <p:spPr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Textfeld 13"/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rtl="0" eaLnBrk="1" hangingPunct="1"/>
            <a:fld id="{DF93E05B-4F25-41CE-AAEA-99D7F24FD381}" type="slidenum">
              <a:rPr lang="de-DE" altLang="de-DE" sz="900">
                <a:solidFill>
                  <a:schemeClr val="tx2"/>
                </a:solidFill>
              </a:rPr>
              <a:pPr rtl="0" eaLnBrk="1" hangingPunct="1"/>
              <a:t>‹#›</a:t>
            </a:fld>
            <a:endParaRPr lang="de-DE" altLang="de-DE" sz="900" dirty="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8" r:id="rId4"/>
    <p:sldLayoutId id="2147483882" r:id="rId5"/>
    <p:sldLayoutId id="2147483883" r:id="rId6"/>
    <p:sldLayoutId id="2147483887" r:id="rId7"/>
    <p:sldLayoutId id="2147483876" r:id="rId8"/>
    <p:sldLayoutId id="2147483877" r:id="rId9"/>
    <p:sldLayoutId id="2147483884" r:id="rId10"/>
    <p:sldLayoutId id="2147483885" r:id="rId11"/>
    <p:sldLayoutId id="2147483878" r:id="rId12"/>
    <p:sldLayoutId id="2147483886" r:id="rId13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ata.org/en/pressroom/2025-releases/2025-06-02-01/" TargetMode="External"/><Relationship Id="rId3" Type="http://schemas.openxmlformats.org/officeDocument/2006/relationships/notesSlide" Target="../notesSlides/notesSlide1.xml"/><Relationship Id="rId7" Type="http://schemas.openxmlformats.org/officeDocument/2006/relationships/hyperlink" Target="https://www.zdfheute.de/wirtschaft/unternehmen/lufthansa-cityline-kurzstreckenfluege-gestrichen-100.html" TargetMode="Externa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4.xml"/><Relationship Id="rId6" Type="http://schemas.openxmlformats.org/officeDocument/2006/relationships/image" Target="../media/image57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D7F46B-91CB-6131-D525-8DF2DB8C28D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5304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5" imgH="426" progId="TCLayout.ActiveDocument.1">
                  <p:embed/>
                </p:oleObj>
              </mc:Choice>
              <mc:Fallback>
                <p:oleObj name="think-cell Folie" r:id="rId4" imgW="425" imgH="42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D7F46B-91CB-6131-D525-8DF2DB8C28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6A76A271-2885-0635-F814-CCCD9644F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de-DE" noProof="0" dirty="0"/>
              <a:t>Ein dynamischer, datenintensiver Markt mit relevanten Ineffizienzen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2E73FA-0485-C948-816E-1BBC18B5B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noProof="0" dirty="0"/>
              <a:t>Motivation und Branche: Marktlücken und </a:t>
            </a:r>
            <a:r>
              <a:rPr lang="de-DE" dirty="0"/>
              <a:t>Ü</a:t>
            </a:r>
            <a:r>
              <a:rPr lang="de-DE" noProof="0" dirty="0" err="1"/>
              <a:t>ber</a:t>
            </a:r>
            <a:r>
              <a:rPr lang="de-DE" dirty="0"/>
              <a:t>k</a:t>
            </a:r>
            <a:r>
              <a:rPr lang="de-DE" noProof="0" dirty="0" err="1"/>
              <a:t>apazitäten</a:t>
            </a:r>
            <a:r>
              <a:rPr lang="de-DE" noProof="0" dirty="0"/>
              <a:t> in der Passagierluftfahrt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DE88248-2C3C-B374-00CE-6E6A5E54ED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3117" y="3452773"/>
            <a:ext cx="5683767" cy="1983291"/>
          </a:xfrm>
        </p:spPr>
        <p:txBody>
          <a:bodyPr anchor="ctr" anchorCtr="0"/>
          <a:lstStyle/>
          <a:p>
            <a:r>
              <a:rPr lang="de-DE" noProof="0" dirty="0"/>
              <a:t>Hohe Relevanz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noProof="0" dirty="0"/>
              <a:t>Dynamischer Markt </a:t>
            </a:r>
            <a:r>
              <a:rPr lang="de-DE" dirty="0"/>
              <a:t>mit </a:t>
            </a:r>
            <a:r>
              <a:rPr lang="de-DE" noProof="0" dirty="0"/>
              <a:t>~ USD 700 </a:t>
            </a:r>
            <a:r>
              <a:rPr lang="de-DE" noProof="0" dirty="0" err="1"/>
              <a:t>bn</a:t>
            </a:r>
            <a:r>
              <a:rPr lang="de-DE" noProof="0" dirty="0"/>
              <a:t> Volumen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noProof="0" dirty="0"/>
              <a:t>Diskrete Angebotsentscheidungen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noProof="0" dirty="0"/>
              <a:t>Inhärente Ineffizienzen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0C58688-77FD-1CBB-3AC1-53453D6993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117" y="1684801"/>
            <a:ext cx="11484000" cy="1744199"/>
          </a:xfrm>
          <a:prstGeom prst="rect">
            <a:avLst/>
          </a:prstGeom>
          <a:ln>
            <a:solidFill>
              <a:srgbClr val="00549F"/>
            </a:solidFill>
          </a:ln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A83C41CD-B0B1-CDFF-D154-5C43C40149FE}"/>
              </a:ext>
            </a:extLst>
          </p:cNvPr>
          <p:cNvSpPr txBox="1">
            <a:spLocks/>
          </p:cNvSpPr>
          <p:nvPr/>
        </p:nvSpPr>
        <p:spPr>
          <a:xfrm>
            <a:off x="6125117" y="3452773"/>
            <a:ext cx="5742000" cy="198329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Tx/>
              <a:buNone/>
              <a:tabLst>
                <a:tab pos="215900" algn="l"/>
              </a:tabLs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863600" indent="-215900" algn="l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863600" indent="-2159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Gute Umsetzbarkeit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Datenintensiver Markt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Verfügbarkeit der Daten im Internet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Möglichkeit zur Testung des Tools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265A23F-1945-B4CB-B0AB-BC84718C02C3}"/>
              </a:ext>
            </a:extLst>
          </p:cNvPr>
          <p:cNvSpPr txBox="1"/>
          <p:nvPr/>
        </p:nvSpPr>
        <p:spPr>
          <a:xfrm>
            <a:off x="383117" y="5777120"/>
            <a:ext cx="85074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Quellen: </a:t>
            </a:r>
            <a:r>
              <a:rPr lang="de-DE" sz="800" dirty="0">
                <a:hlinkClick r:id="rId7"/>
              </a:rPr>
              <a:t>https://www.zdfheute.de/wirtschaft/unternehmen/lufthansa-cityline-kurzstreckenfluege-gestrichen-100.html</a:t>
            </a:r>
            <a:r>
              <a:rPr lang="de-DE" sz="800" dirty="0"/>
              <a:t>; </a:t>
            </a:r>
            <a:r>
              <a:rPr lang="de-DE" sz="800" dirty="0">
                <a:hlinkClick r:id="rId8"/>
              </a:rPr>
              <a:t>https://www.iata.org/en/pressroom/2025-releases/2025-06-02-01/</a:t>
            </a:r>
            <a:r>
              <a:rPr lang="de-DE" sz="8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64870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E42DBA-4B05-73F4-0FF8-02377365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Wertschöpfungspotenzial der identifizierten Marktlücken und Überkapazitäten schätzen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6F028A-190D-49C0-E077-7ECEFA7DC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Willingness</a:t>
            </a:r>
            <a:r>
              <a:rPr lang="de-DE" dirty="0"/>
              <a:t>-</a:t>
            </a:r>
            <a:r>
              <a:rPr lang="de-DE" dirty="0" err="1"/>
              <a:t>to</a:t>
            </a:r>
            <a:r>
              <a:rPr lang="de-DE" dirty="0"/>
              <a:t>-Pay, Preis und Kosten mit dem richtigen LLM-</a:t>
            </a:r>
            <a:r>
              <a:rPr lang="de-DE" dirty="0" err="1"/>
              <a:t>Promting</a:t>
            </a:r>
            <a:r>
              <a:rPr lang="de-DE" dirty="0"/>
              <a:t> schätzen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2671889-C0EE-D440-F9EE-E6849411EE83}"/>
              </a:ext>
            </a:extLst>
          </p:cNvPr>
          <p:cNvSpPr txBox="1"/>
          <p:nvPr/>
        </p:nvSpPr>
        <p:spPr>
          <a:xfrm>
            <a:off x="875428" y="1807976"/>
            <a:ext cx="2397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Fine-</a:t>
            </a:r>
            <a:r>
              <a:rPr lang="de-DE" sz="1400" dirty="0" err="1"/>
              <a:t>Tuned</a:t>
            </a:r>
            <a:r>
              <a:rPr lang="de-DE" sz="1400" dirty="0"/>
              <a:t> LLM </a:t>
            </a:r>
            <a:r>
              <a:rPr lang="de-DE" sz="1400" dirty="0" err="1"/>
              <a:t>Prompting</a:t>
            </a:r>
            <a:r>
              <a:rPr lang="de-DE" sz="1400" dirty="0"/>
              <a:t> für WTP-Schätzung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5F78FB4-95F7-A8E8-DC2E-6DEFFFF0EB1B}"/>
              </a:ext>
            </a:extLst>
          </p:cNvPr>
          <p:cNvSpPr txBox="1"/>
          <p:nvPr/>
        </p:nvSpPr>
        <p:spPr>
          <a:xfrm>
            <a:off x="6577996" y="3723696"/>
            <a:ext cx="17851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Chain-</a:t>
            </a:r>
            <a:r>
              <a:rPr lang="de-DE" sz="1400" dirty="0" err="1"/>
              <a:t>of</a:t>
            </a:r>
            <a:r>
              <a:rPr lang="de-DE" sz="1400" dirty="0"/>
              <a:t>-</a:t>
            </a:r>
            <a:r>
              <a:rPr lang="de-DE" sz="1400" dirty="0" err="1"/>
              <a:t>Thought</a:t>
            </a:r>
            <a:r>
              <a:rPr lang="de-DE" sz="1400" dirty="0"/>
              <a:t> </a:t>
            </a:r>
            <a:r>
              <a:rPr lang="de-DE" sz="1400" dirty="0" err="1"/>
              <a:t>Prompting</a:t>
            </a:r>
            <a:r>
              <a:rPr lang="de-DE" sz="1400" dirty="0"/>
              <a:t> für Kostenschätzung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7F94413-C7A6-B1B1-0E85-56EAA6DAD894}"/>
              </a:ext>
            </a:extLst>
          </p:cNvPr>
          <p:cNvSpPr txBox="1"/>
          <p:nvPr/>
        </p:nvSpPr>
        <p:spPr>
          <a:xfrm>
            <a:off x="237986" y="5594419"/>
            <a:ext cx="89807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1] </a:t>
            </a:r>
            <a:r>
              <a:rPr lang="de-DE" sz="800" dirty="0"/>
              <a:t>Brand, J., Israeli, A., &amp; </a:t>
            </a:r>
            <a:r>
              <a:rPr lang="de-DE" sz="800" dirty="0" err="1"/>
              <a:t>Ngwe</a:t>
            </a:r>
            <a:r>
              <a:rPr lang="de-DE" sz="800" dirty="0"/>
              <a:t>, D. (2023). </a:t>
            </a:r>
            <a:r>
              <a:rPr lang="de-DE" sz="800" dirty="0" err="1"/>
              <a:t>Using</a:t>
            </a:r>
            <a:r>
              <a:rPr lang="de-DE" sz="800" dirty="0"/>
              <a:t> LLMs </a:t>
            </a:r>
            <a:r>
              <a:rPr lang="de-DE" sz="800" dirty="0" err="1"/>
              <a:t>for</a:t>
            </a:r>
            <a:r>
              <a:rPr lang="de-DE" sz="800" dirty="0"/>
              <a:t> </a:t>
            </a:r>
            <a:r>
              <a:rPr lang="de-DE" sz="800" dirty="0" err="1"/>
              <a:t>market</a:t>
            </a:r>
            <a:r>
              <a:rPr lang="de-DE" sz="800" dirty="0"/>
              <a:t> </a:t>
            </a:r>
            <a:r>
              <a:rPr lang="de-DE" sz="800" dirty="0" err="1"/>
              <a:t>research</a:t>
            </a:r>
            <a:r>
              <a:rPr lang="de-DE" sz="800" dirty="0"/>
              <a:t>. </a:t>
            </a:r>
            <a:r>
              <a:rPr lang="de-DE" sz="800" i="1" dirty="0"/>
              <a:t>Harvard </a:t>
            </a:r>
            <a:r>
              <a:rPr lang="de-DE" sz="800" i="1" dirty="0" err="1"/>
              <a:t>business</a:t>
            </a:r>
            <a:r>
              <a:rPr lang="de-DE" sz="800" i="1" dirty="0"/>
              <a:t> </a:t>
            </a:r>
            <a:r>
              <a:rPr lang="de-DE" sz="800" i="1" dirty="0" err="1"/>
              <a:t>school</a:t>
            </a:r>
            <a:r>
              <a:rPr lang="de-DE" sz="800" i="1" dirty="0"/>
              <a:t> </a:t>
            </a:r>
            <a:r>
              <a:rPr lang="de-DE" sz="800" i="1" dirty="0" err="1"/>
              <a:t>marketing</a:t>
            </a:r>
            <a:r>
              <a:rPr lang="de-DE" sz="800" i="1" dirty="0"/>
              <a:t> </a:t>
            </a:r>
            <a:r>
              <a:rPr lang="de-DE" sz="800" i="1" dirty="0" err="1"/>
              <a:t>unit</a:t>
            </a:r>
            <a:r>
              <a:rPr lang="de-DE" sz="800" i="1" dirty="0"/>
              <a:t> </a:t>
            </a:r>
            <a:r>
              <a:rPr lang="de-DE" sz="800" i="1" dirty="0" err="1"/>
              <a:t>working</a:t>
            </a:r>
            <a:r>
              <a:rPr lang="de-DE" sz="800" i="1" dirty="0"/>
              <a:t> </a:t>
            </a:r>
            <a:r>
              <a:rPr lang="de-DE" sz="800" i="1" dirty="0" err="1"/>
              <a:t>paper</a:t>
            </a:r>
            <a:r>
              <a:rPr lang="de-DE" sz="800" dirty="0"/>
              <a:t>, (23-062).</a:t>
            </a:r>
          </a:p>
          <a:p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</a:t>
            </a:r>
            <a:r>
              <a:rPr lang="de-DE" sz="800" dirty="0">
                <a:solidFill>
                  <a:srgbClr val="222222"/>
                </a:solidFill>
              </a:rPr>
              <a:t>2] </a:t>
            </a:r>
            <a:r>
              <a:rPr lang="de-DE" sz="800" dirty="0" err="1">
                <a:solidFill>
                  <a:srgbClr val="222222"/>
                </a:solidFill>
              </a:rPr>
              <a:t>tbd</a:t>
            </a:r>
            <a:r>
              <a:rPr lang="de-DE" sz="800" dirty="0">
                <a:solidFill>
                  <a:srgbClr val="222222"/>
                </a:solidFill>
              </a:rPr>
              <a:t>.</a:t>
            </a:r>
            <a:endParaRPr lang="de-DE" sz="8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[3] </a:t>
            </a:r>
            <a:r>
              <a:rPr lang="de-DE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Ghimire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P., Kim, K., </a:t>
            </a:r>
            <a:r>
              <a:rPr lang="de-DE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Stentz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T., &amp; Roy, T. (2026). Modular Chain-</a:t>
            </a:r>
            <a:r>
              <a:rPr lang="de-DE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of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-</a:t>
            </a:r>
            <a:r>
              <a:rPr lang="de-DE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Thought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de-DE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CoT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 </a:t>
            </a:r>
            <a:r>
              <a:rPr lang="de-DE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for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LLM-</a:t>
            </a:r>
            <a:r>
              <a:rPr lang="de-DE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Based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Conceptual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Construction </a:t>
            </a:r>
            <a:r>
              <a:rPr lang="de-DE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Cost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de-DE" sz="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Estimation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de-DE" sz="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Buildings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de-DE" sz="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16</a:t>
            </a:r>
            <a:r>
              <a:rPr lang="de-DE" sz="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396</a:t>
            </a:r>
            <a:r>
              <a:rPr lang="de-DE" sz="9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de-DE" sz="900" dirty="0"/>
          </a:p>
        </p:txBody>
      </p: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CE611FA2-0EE1-1FE5-B7EF-08659CC8E34F}"/>
              </a:ext>
            </a:extLst>
          </p:cNvPr>
          <p:cNvCxnSpPr>
            <a:cxnSpLocks/>
          </p:cNvCxnSpPr>
          <p:nvPr/>
        </p:nvCxnSpPr>
        <p:spPr>
          <a:xfrm>
            <a:off x="10346398" y="2355714"/>
            <a:ext cx="0" cy="232421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EBF5C0E2-220B-8773-2C38-E2C94E59816B}"/>
              </a:ext>
            </a:extLst>
          </p:cNvPr>
          <p:cNvCxnSpPr>
            <a:cxnSpLocks/>
          </p:cNvCxnSpPr>
          <p:nvPr/>
        </p:nvCxnSpPr>
        <p:spPr>
          <a:xfrm>
            <a:off x="10206698" y="2353876"/>
            <a:ext cx="279400" cy="1489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F12F20B2-55CD-13F8-7F0E-120DFFD3DDC4}"/>
              </a:ext>
            </a:extLst>
          </p:cNvPr>
          <p:cNvCxnSpPr>
            <a:cxnSpLocks/>
          </p:cNvCxnSpPr>
          <p:nvPr/>
        </p:nvCxnSpPr>
        <p:spPr>
          <a:xfrm>
            <a:off x="10206698" y="4678435"/>
            <a:ext cx="279400" cy="1489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73449A25-A27E-25E5-5C9F-0E19ECD12243}"/>
              </a:ext>
            </a:extLst>
          </p:cNvPr>
          <p:cNvCxnSpPr>
            <a:cxnSpLocks/>
          </p:cNvCxnSpPr>
          <p:nvPr/>
        </p:nvCxnSpPr>
        <p:spPr>
          <a:xfrm>
            <a:off x="10206698" y="3258394"/>
            <a:ext cx="279400" cy="1489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93A47FE6-5104-95AE-012E-E81AF6843F1D}"/>
              </a:ext>
            </a:extLst>
          </p:cNvPr>
          <p:cNvSpPr txBox="1"/>
          <p:nvPr/>
        </p:nvSpPr>
        <p:spPr>
          <a:xfrm>
            <a:off x="10625798" y="2199987"/>
            <a:ext cx="728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WTP</a:t>
            </a:r>
            <a:endParaRPr lang="de-DE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F2115E32-81FA-F46C-7812-2D0B7BDF6F3A}"/>
              </a:ext>
            </a:extLst>
          </p:cNvPr>
          <p:cNvSpPr txBox="1"/>
          <p:nvPr/>
        </p:nvSpPr>
        <p:spPr>
          <a:xfrm>
            <a:off x="10625797" y="4524546"/>
            <a:ext cx="948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Kosten</a:t>
            </a:r>
            <a:endParaRPr lang="de-DE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7380EAD2-7360-2FCF-B7E4-235DEFD0848D}"/>
              </a:ext>
            </a:extLst>
          </p:cNvPr>
          <p:cNvSpPr txBox="1"/>
          <p:nvPr/>
        </p:nvSpPr>
        <p:spPr>
          <a:xfrm>
            <a:off x="10625796" y="3104505"/>
            <a:ext cx="9487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Preis</a:t>
            </a:r>
            <a:endParaRPr lang="de-DE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1D34120-EC74-3A30-806F-2069C4A1F3DB}"/>
              </a:ext>
            </a:extLst>
          </p:cNvPr>
          <p:cNvSpPr txBox="1"/>
          <p:nvPr/>
        </p:nvSpPr>
        <p:spPr>
          <a:xfrm>
            <a:off x="9451324" y="3812839"/>
            <a:ext cx="15107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dirty="0">
                <a:solidFill>
                  <a:schemeClr val="tx2"/>
                </a:solidFill>
              </a:rPr>
              <a:t>GEWINN</a:t>
            </a:r>
            <a:endParaRPr lang="de-DE" b="1" dirty="0">
              <a:solidFill>
                <a:schemeClr val="tx2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F3CA52-F6FA-B7AA-3FCA-BEB93A2EF371}"/>
              </a:ext>
            </a:extLst>
          </p:cNvPr>
          <p:cNvSpPr/>
          <p:nvPr/>
        </p:nvSpPr>
        <p:spPr>
          <a:xfrm>
            <a:off x="548229" y="1843807"/>
            <a:ext cx="345110" cy="30777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60A0D67-1BE0-05F6-A5D1-8D68042B0518}"/>
              </a:ext>
            </a:extLst>
          </p:cNvPr>
          <p:cNvSpPr/>
          <p:nvPr/>
        </p:nvSpPr>
        <p:spPr>
          <a:xfrm>
            <a:off x="6267215" y="3820493"/>
            <a:ext cx="345110" cy="30777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3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0953BC4-C330-1B60-5789-EFCC8AD7A1FA}"/>
              </a:ext>
            </a:extLst>
          </p:cNvPr>
          <p:cNvSpPr/>
          <p:nvPr/>
        </p:nvSpPr>
        <p:spPr>
          <a:xfrm>
            <a:off x="3542815" y="2821669"/>
            <a:ext cx="345110" cy="30777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2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0F6E96CD-92A4-95DC-2F27-5C53948BE8D8}"/>
              </a:ext>
            </a:extLst>
          </p:cNvPr>
          <p:cNvSpPr/>
          <p:nvPr/>
        </p:nvSpPr>
        <p:spPr>
          <a:xfrm>
            <a:off x="413992" y="1712964"/>
            <a:ext cx="2840667" cy="3863636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59D282BE-FAAB-1962-CE1B-B4EC39089425}"/>
              </a:ext>
            </a:extLst>
          </p:cNvPr>
          <p:cNvSpPr/>
          <p:nvPr/>
        </p:nvSpPr>
        <p:spPr>
          <a:xfrm>
            <a:off x="3394357" y="2689992"/>
            <a:ext cx="2571255" cy="288660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17EC5DFD-9CFB-F295-FDE7-62E612B287E9}"/>
              </a:ext>
            </a:extLst>
          </p:cNvPr>
          <p:cNvSpPr/>
          <p:nvPr/>
        </p:nvSpPr>
        <p:spPr>
          <a:xfrm>
            <a:off x="6144580" y="3723695"/>
            <a:ext cx="2345601" cy="185290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97A2F1FE-1414-CA3F-18E5-76B9193DA9BF}"/>
              </a:ext>
            </a:extLst>
          </p:cNvPr>
          <p:cNvCxnSpPr>
            <a:cxnSpLocks/>
          </p:cNvCxnSpPr>
          <p:nvPr/>
        </p:nvCxnSpPr>
        <p:spPr>
          <a:xfrm flipV="1">
            <a:off x="3254659" y="2368765"/>
            <a:ext cx="6735192" cy="190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33">
            <a:extLst>
              <a:ext uri="{FF2B5EF4-FFF2-40B4-BE49-F238E27FC236}">
                <a16:creationId xmlns:a16="http://schemas.microsoft.com/office/drawing/2014/main" id="{F4ED79D0-6728-D6EE-577F-5CCE6F856802}"/>
              </a:ext>
            </a:extLst>
          </p:cNvPr>
          <p:cNvCxnSpPr>
            <a:cxnSpLocks/>
          </p:cNvCxnSpPr>
          <p:nvPr/>
        </p:nvCxnSpPr>
        <p:spPr>
          <a:xfrm>
            <a:off x="5965612" y="3258393"/>
            <a:ext cx="4024239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5">
            <a:extLst>
              <a:ext uri="{FF2B5EF4-FFF2-40B4-BE49-F238E27FC236}">
                <a16:creationId xmlns:a16="http://schemas.microsoft.com/office/drawing/2014/main" id="{951E9D67-A640-A2FE-6486-B07DDC7E280E}"/>
              </a:ext>
            </a:extLst>
          </p:cNvPr>
          <p:cNvCxnSpPr>
            <a:cxnSpLocks/>
          </p:cNvCxnSpPr>
          <p:nvPr/>
        </p:nvCxnSpPr>
        <p:spPr>
          <a:xfrm>
            <a:off x="8490181" y="4678434"/>
            <a:ext cx="1499670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Grafik 38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5C3189CE-480C-D846-A55F-93FF191CEA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20" y="2361045"/>
            <a:ext cx="2631675" cy="3031931"/>
          </a:xfrm>
          <a:prstGeom prst="rect">
            <a:avLst/>
          </a:prstGeom>
        </p:spPr>
      </p:pic>
      <p:sp>
        <p:nvSpPr>
          <p:cNvPr id="41" name="Textfeld 40">
            <a:extLst>
              <a:ext uri="{FF2B5EF4-FFF2-40B4-BE49-F238E27FC236}">
                <a16:creationId xmlns:a16="http://schemas.microsoft.com/office/drawing/2014/main" id="{45E8BE21-F478-2D4B-D15A-7C181FC7053D}"/>
              </a:ext>
            </a:extLst>
          </p:cNvPr>
          <p:cNvSpPr txBox="1"/>
          <p:nvPr/>
        </p:nvSpPr>
        <p:spPr>
          <a:xfrm>
            <a:off x="3773622" y="2760114"/>
            <a:ext cx="22080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dirty="0"/>
              <a:t>Ableitung Schätzpreis aus bestehenden Angeboten und Portalen</a:t>
            </a:r>
          </a:p>
        </p:txBody>
      </p:sp>
      <p:sp>
        <p:nvSpPr>
          <p:cNvPr id="43" name="Abgerundetes Rechteck 42">
            <a:extLst>
              <a:ext uri="{FF2B5EF4-FFF2-40B4-BE49-F238E27FC236}">
                <a16:creationId xmlns:a16="http://schemas.microsoft.com/office/drawing/2014/main" id="{7F93C6C3-37EF-5F1C-285A-5388243538F0}"/>
              </a:ext>
            </a:extLst>
          </p:cNvPr>
          <p:cNvSpPr/>
          <p:nvPr/>
        </p:nvSpPr>
        <p:spPr>
          <a:xfrm>
            <a:off x="6227023" y="4462360"/>
            <a:ext cx="2180713" cy="3077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Ziel &amp; erforderliche Logik</a:t>
            </a:r>
          </a:p>
        </p:txBody>
      </p:sp>
      <p:sp>
        <p:nvSpPr>
          <p:cNvPr id="44" name="Abgerundetes Rechteck 43">
            <a:extLst>
              <a:ext uri="{FF2B5EF4-FFF2-40B4-BE49-F238E27FC236}">
                <a16:creationId xmlns:a16="http://schemas.microsoft.com/office/drawing/2014/main" id="{BF87BCF8-7471-57D8-8CFA-CB8AB3ECB882}"/>
              </a:ext>
            </a:extLst>
          </p:cNvPr>
          <p:cNvSpPr/>
          <p:nvPr/>
        </p:nvSpPr>
        <p:spPr>
          <a:xfrm>
            <a:off x="6227023" y="4820614"/>
            <a:ext cx="2180713" cy="4311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Teilprobleme &amp; Zwischenstufen </a:t>
            </a:r>
          </a:p>
        </p:txBody>
      </p:sp>
      <p:sp>
        <p:nvSpPr>
          <p:cNvPr id="45" name="Abgerundetes Rechteck 44">
            <a:extLst>
              <a:ext uri="{FF2B5EF4-FFF2-40B4-BE49-F238E27FC236}">
                <a16:creationId xmlns:a16="http://schemas.microsoft.com/office/drawing/2014/main" id="{84E2EC70-FB4B-9EA0-062C-9B84FC359F4F}"/>
              </a:ext>
            </a:extLst>
          </p:cNvPr>
          <p:cNvSpPr/>
          <p:nvPr/>
        </p:nvSpPr>
        <p:spPr>
          <a:xfrm>
            <a:off x="6227023" y="5288515"/>
            <a:ext cx="2180713" cy="2441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Detaillierte Beispiele</a:t>
            </a:r>
          </a:p>
        </p:txBody>
      </p:sp>
      <p:pic>
        <p:nvPicPr>
          <p:cNvPr id="47" name="Grafik 46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FE3636C3-5A7A-AA02-5B3E-4A70F4A0CB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960"/>
          <a:stretch>
            <a:fillRect/>
          </a:stretch>
        </p:blipFill>
        <p:spPr>
          <a:xfrm>
            <a:off x="3414187" y="3560333"/>
            <a:ext cx="2548136" cy="187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4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8872"/>
            <a:ext cx="1146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Literaturgrundlage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1146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FF"/>
                </a:solidFill>
              </a:rPr>
              <a:t>Drei Quellen bilden die methodische Basis unseres Tools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730752" cy="4800168"/>
          </a:xfrm>
          <a:prstGeom prst="rect">
            <a:avLst/>
          </a:prstGeom>
          <a:solidFill>
            <a:srgbClr val="F0F2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3730752" cy="73152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549F"/>
                </a:solidFill>
              </a:rPr>
              <a:t>Porter – Competitive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190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07070"/>
                </a:solidFill>
              </a:rPr>
              <a:t>Methodischer Rahmen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84831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404040"/>
                </a:solidFill>
              </a:rPr>
              <a:t>• Five Forces: strukturierte Analyse der Wettbewerbskraefte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04040"/>
                </a:solidFill>
              </a:rPr>
              <a:t>• Luftfahrt: Hohe Rivalitaet, preistransparenter Markt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04040"/>
                </a:solidFill>
              </a:rPr>
              <a:t>• Eintrittsbarrieren (Slots, Flotte, Regulierung)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04040"/>
                </a:solidFill>
              </a:rPr>
              <a:t>• → Zeigt: Warum LLM-Wettbewerbsanalyse hier wertvoll 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1143000"/>
            <a:ext cx="3730752" cy="4800168"/>
          </a:xfrm>
          <a:prstGeom prst="rect">
            <a:avLst/>
          </a:prstGeom>
          <a:solidFill>
            <a:srgbClr val="F0F2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9392" y="1143000"/>
            <a:ext cx="3730752" cy="73152"/>
          </a:xfrm>
          <a:prstGeom prst="rect">
            <a:avLst/>
          </a:prstGeom>
          <a:solidFill>
            <a:srgbClr val="006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16552" y="12527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006165"/>
                </a:solidFill>
              </a:rPr>
              <a:t>IPA + Kano – Importance-Performance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17190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07070"/>
                </a:solidFill>
              </a:rPr>
              <a:t>Dimensionsauswahl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084831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404040"/>
                </a:solidFill>
              </a:rPr>
              <a:t>• Trennung: Basisfaktoren / Leistungsfaktoren / Begeisterung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04040"/>
                </a:solidFill>
              </a:rPr>
              <a:t>• Luftfahrt-Basis: Sicherheit, Puenktlichkeit, klare Regeln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04040"/>
                </a:solidFill>
              </a:rPr>
              <a:t>• Differenzierung: App-Qualitaet, kulante Umbuchung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04040"/>
                </a:solidFill>
              </a:rPr>
              <a:t>• → Zeigt: Welche Dimensionen wir priorisieren sollen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93024" y="1143000"/>
            <a:ext cx="3730752" cy="4800168"/>
          </a:xfrm>
          <a:prstGeom prst="rect">
            <a:avLst/>
          </a:prstGeom>
          <a:solidFill>
            <a:srgbClr val="F0F2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93024" y="1143000"/>
            <a:ext cx="3730752" cy="73152"/>
          </a:xfrm>
          <a:prstGeom prst="rect">
            <a:avLst/>
          </a:prstGeom>
          <a:solidFill>
            <a:srgbClr val="57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30184" y="12527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57AB27"/>
                </a:solidFill>
              </a:rPr>
              <a:t>LLM-Cure – LLM-Based Competitor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17190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07070"/>
                </a:solidFill>
              </a:rPr>
              <a:t>Technische Methode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4" y="2084831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404040"/>
                </a:solidFill>
              </a:rPr>
              <a:t>• LLM extrahiert Staerken/Schwaechen aus Reviews automatisch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04040"/>
                </a:solidFill>
              </a:rPr>
              <a:t>• Standardisiertes Scoring ueber mehrere Wettbewerber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04040"/>
                </a:solidFill>
              </a:rPr>
              <a:t>• Strukturierte JSON-Ausgabe pro Dimension + Belegzitate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404040"/>
                </a:solidFill>
              </a:rPr>
              <a:t>• → Zeigt: Wie wir die Analyse automatisieren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2000" cy="2743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91278" y="2141547"/>
            <a:ext cx="11484000" cy="1502764"/>
          </a:xfrm>
        </p:spPr>
        <p:txBody>
          <a:bodyPr/>
          <a:lstStyle/>
          <a:p>
            <a:endParaRPr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02240" y="958560"/>
            <a:ext cx="11484000" cy="118594"/>
          </a:xfrm>
        </p:spPr>
        <p:txBody>
          <a:bodyPr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6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8872"/>
            <a:ext cx="1146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Wettbewerbsdimensionen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1146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FF"/>
                </a:solidFill>
              </a:rPr>
              <a:t>6 LLM-Analyse-Dimensionen + 2 operative Entscheidungsdimensionen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00" y="1182139"/>
            <a:ext cx="5486400" cy="516395"/>
          </a:xfrm>
          <a:prstGeom prst="rect">
            <a:avLst/>
          </a:prstGeom>
          <a:solidFill>
            <a:srgbClr val="F0F2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00" y="1182139"/>
            <a:ext cx="457200" cy="516395"/>
          </a:xfrm>
          <a:prstGeom prst="rect">
            <a:avLst/>
          </a:prstGeom>
          <a:solidFill>
            <a:srgbClr val="006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00" y="119560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36" y="1211085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006165"/>
                </a:solidFill>
              </a:rPr>
              <a:t>Puenktlichkeit</a:t>
            </a:r>
            <a:r>
              <a:rPr sz="1300" b="1" i="0" dirty="0">
                <a:solidFill>
                  <a:srgbClr val="006165"/>
                </a:solidFill>
              </a:rPr>
              <a:t> &amp; </a:t>
            </a:r>
            <a:r>
              <a:rPr sz="1300" b="1" i="0" dirty="0" err="1">
                <a:solidFill>
                  <a:srgbClr val="006165"/>
                </a:solidFill>
              </a:rPr>
              <a:t>Zuverlaessigkeit</a:t>
            </a:r>
            <a:endParaRPr sz="1300" b="1" i="0" dirty="0">
              <a:solidFill>
                <a:srgbClr val="006165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50928" y="1451636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</a:rPr>
              <a:t>OTP, Cancellation Rate, IrrOps-Handling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9000" y="1182139"/>
            <a:ext cx="5486400" cy="516395"/>
          </a:xfrm>
          <a:prstGeom prst="rect">
            <a:avLst/>
          </a:prstGeom>
          <a:solidFill>
            <a:srgbClr val="F0F2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9000" y="1182139"/>
            <a:ext cx="457200" cy="516395"/>
          </a:xfrm>
          <a:prstGeom prst="rect">
            <a:avLst/>
          </a:prstGeom>
          <a:solidFill>
            <a:srgbClr val="006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99000" y="119560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5928" y="1201968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06165"/>
                </a:solidFill>
              </a:rPr>
              <a:t>Preis &amp; </a:t>
            </a:r>
            <a:r>
              <a:rPr sz="1300" b="1" i="0" dirty="0" err="1">
                <a:solidFill>
                  <a:srgbClr val="006165"/>
                </a:solidFill>
              </a:rPr>
              <a:t>Gebuehrentransparenz</a:t>
            </a:r>
            <a:endParaRPr sz="1300" b="1" i="0" dirty="0">
              <a:solidFill>
                <a:srgbClr val="006165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65928" y="1451636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</a:rPr>
              <a:t>Preisklarheit, Zusatzkosten, Gepaeckregeln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00" y="2444010"/>
            <a:ext cx="5486400" cy="516395"/>
          </a:xfrm>
          <a:prstGeom prst="rect">
            <a:avLst/>
          </a:prstGeom>
          <a:solidFill>
            <a:srgbClr val="F0F2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4000" y="2444010"/>
            <a:ext cx="457200" cy="516395"/>
          </a:xfrm>
          <a:prstGeom prst="rect">
            <a:avLst/>
          </a:prstGeom>
          <a:solidFill>
            <a:srgbClr val="006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00" y="245747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28" y="2469294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006165"/>
                </a:solidFill>
              </a:rPr>
              <a:t>Kundenservice</a:t>
            </a:r>
            <a:r>
              <a:rPr sz="1300" b="1" i="0" dirty="0">
                <a:solidFill>
                  <a:srgbClr val="006165"/>
                </a:solidFill>
              </a:rPr>
              <a:t> &amp; </a:t>
            </a:r>
            <a:r>
              <a:rPr sz="1300" b="1" i="0" dirty="0" err="1">
                <a:solidFill>
                  <a:srgbClr val="006165"/>
                </a:solidFill>
              </a:rPr>
              <a:t>Stoerungsmanagement</a:t>
            </a:r>
            <a:endParaRPr sz="1300" b="1" i="0" dirty="0">
              <a:solidFill>
                <a:srgbClr val="006165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50928" y="271350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707070"/>
                </a:solidFill>
              </a:rPr>
              <a:t>Reaktionszeit</a:t>
            </a:r>
            <a:r>
              <a:rPr sz="1100" b="0" i="0" dirty="0">
                <a:solidFill>
                  <a:srgbClr val="707070"/>
                </a:solidFill>
              </a:rPr>
              <a:t>, </a:t>
            </a:r>
            <a:r>
              <a:rPr sz="1100" b="0" i="0" dirty="0" err="1">
                <a:solidFill>
                  <a:srgbClr val="707070"/>
                </a:solidFill>
              </a:rPr>
              <a:t>Problemloesung</a:t>
            </a:r>
            <a:r>
              <a:rPr sz="1100" b="0" i="0" dirty="0">
                <a:solidFill>
                  <a:srgbClr val="707070"/>
                </a:solidFill>
              </a:rPr>
              <a:t>, </a:t>
            </a:r>
            <a:r>
              <a:rPr sz="1100" b="0" i="0" dirty="0" err="1">
                <a:solidFill>
                  <a:srgbClr val="707070"/>
                </a:solidFill>
              </a:rPr>
              <a:t>Erreichbarkeit</a:t>
            </a:r>
            <a:endParaRPr sz="1100" b="0" i="0" dirty="0">
              <a:solidFill>
                <a:srgbClr val="70707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099000" y="2444010"/>
            <a:ext cx="5486400" cy="516395"/>
          </a:xfrm>
          <a:prstGeom prst="rect">
            <a:avLst/>
          </a:prstGeom>
          <a:solidFill>
            <a:srgbClr val="F0F2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99000" y="2444010"/>
            <a:ext cx="457200" cy="516395"/>
          </a:xfrm>
          <a:prstGeom prst="rect">
            <a:avLst/>
          </a:prstGeom>
          <a:solidFill>
            <a:srgbClr val="006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99000" y="245747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5928" y="2474157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006165"/>
                </a:solidFill>
              </a:rPr>
              <a:t>Digitale</a:t>
            </a:r>
            <a:r>
              <a:rPr sz="1300" b="1" i="0" dirty="0">
                <a:solidFill>
                  <a:srgbClr val="006165"/>
                </a:solidFill>
              </a:rPr>
              <a:t> Experience (App/Web)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5928" y="271350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</a:rPr>
              <a:t>App-Qualitaet, Self-Service, Online Check-in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00" y="3705882"/>
            <a:ext cx="5486400" cy="516395"/>
          </a:xfrm>
          <a:prstGeom prst="rect">
            <a:avLst/>
          </a:prstGeom>
          <a:solidFill>
            <a:srgbClr val="F0F2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84000" y="3705882"/>
            <a:ext cx="457200" cy="516395"/>
          </a:xfrm>
          <a:prstGeom prst="rect">
            <a:avLst/>
          </a:prstGeom>
          <a:solidFill>
            <a:srgbClr val="006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4000" y="371934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28" y="3746779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165"/>
                </a:solidFill>
              </a:rPr>
              <a:t>Bord- &amp; Reiseerlebnis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28" y="3975379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</a:rPr>
              <a:t>Boarding, Sitzkomfort, Gepaeckabwicklung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9000" y="3705882"/>
            <a:ext cx="5486400" cy="516395"/>
          </a:xfrm>
          <a:prstGeom prst="rect">
            <a:avLst/>
          </a:prstGeom>
          <a:solidFill>
            <a:srgbClr val="F0F2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099000" y="3705882"/>
            <a:ext cx="457200" cy="516395"/>
          </a:xfrm>
          <a:prstGeom prst="rect">
            <a:avLst/>
          </a:prstGeom>
          <a:solidFill>
            <a:srgbClr val="006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99000" y="371934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65928" y="3754315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006165"/>
                </a:solidFill>
              </a:rPr>
              <a:t>Erstattungs</a:t>
            </a:r>
            <a:r>
              <a:rPr sz="1300" b="1" i="0" dirty="0">
                <a:solidFill>
                  <a:srgbClr val="006165"/>
                </a:solidFill>
              </a:rPr>
              <a:t>- &amp; </a:t>
            </a:r>
            <a:r>
              <a:rPr sz="1300" b="1" i="0" dirty="0" err="1">
                <a:solidFill>
                  <a:srgbClr val="006165"/>
                </a:solidFill>
              </a:rPr>
              <a:t>Umbuchungsqualitaet</a:t>
            </a:r>
            <a:endParaRPr sz="1300" b="1" i="0" dirty="0">
              <a:solidFill>
                <a:srgbClr val="006165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665928" y="3975379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</a:rPr>
              <a:t>Rueckzahlungsgeschwindigkeit, Flexibilitaet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00" y="4706900"/>
            <a:ext cx="11457432" cy="45719"/>
          </a:xfrm>
          <a:prstGeom prst="rect">
            <a:avLst/>
          </a:prstGeom>
          <a:solidFill>
            <a:srgbClr val="F6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4000" y="47983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F6A800"/>
                </a:solidFill>
              </a:rPr>
              <a:t>Erweiterung</a:t>
            </a:r>
            <a:r>
              <a:rPr sz="1200" b="1" i="0" dirty="0">
                <a:solidFill>
                  <a:srgbClr val="F6A800"/>
                </a:solidFill>
              </a:rPr>
              <a:t> </a:t>
            </a:r>
            <a:r>
              <a:rPr sz="1200" b="1" i="0" dirty="0" err="1">
                <a:solidFill>
                  <a:srgbClr val="F6A800"/>
                </a:solidFill>
              </a:rPr>
              <a:t>fuer</a:t>
            </a:r>
            <a:r>
              <a:rPr sz="1200" b="1" i="0" dirty="0">
                <a:solidFill>
                  <a:srgbClr val="F6A800"/>
                </a:solidFill>
              </a:rPr>
              <a:t> operative </a:t>
            </a:r>
            <a:r>
              <a:rPr sz="1200" b="1" i="0" dirty="0" err="1">
                <a:solidFill>
                  <a:srgbClr val="F6A800"/>
                </a:solidFill>
              </a:rPr>
              <a:t>Kapazitaetsentscheidungen</a:t>
            </a:r>
            <a:r>
              <a:rPr sz="1200" b="1" i="0" dirty="0">
                <a:solidFill>
                  <a:srgbClr val="F6A800"/>
                </a:solidFill>
              </a:rPr>
              <a:t>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00" y="5423029"/>
            <a:ext cx="5486400" cy="473362"/>
          </a:xfrm>
          <a:prstGeom prst="rect">
            <a:avLst/>
          </a:prstGeom>
          <a:solidFill>
            <a:srgbClr val="FFF4DC"/>
          </a:solidFill>
          <a:ln w="9525">
            <a:solidFill>
              <a:srgbClr val="F6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84000" y="5423029"/>
            <a:ext cx="457200" cy="473362"/>
          </a:xfrm>
          <a:prstGeom prst="rect">
            <a:avLst/>
          </a:prstGeom>
          <a:solidFill>
            <a:srgbClr val="F6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4000" y="540184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28" y="5438044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6A800"/>
                </a:solidFill>
              </a:rPr>
              <a:t>Preisniveau</a:t>
            </a:r>
            <a:r>
              <a:rPr sz="1300" b="1" i="0" dirty="0">
                <a:solidFill>
                  <a:srgbClr val="F6A800"/>
                </a:solidFill>
              </a:rPr>
              <a:t> je Strecke/</a:t>
            </a:r>
            <a:r>
              <a:rPr sz="1300" b="1" i="0" dirty="0" err="1">
                <a:solidFill>
                  <a:srgbClr val="F6A800"/>
                </a:solidFill>
              </a:rPr>
              <a:t>Zeitslot</a:t>
            </a:r>
            <a:endParaRPr sz="1300" b="1" i="0" dirty="0">
              <a:solidFill>
                <a:srgbClr val="F6A8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50928" y="5676164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Ticketpreise, Preiselastizitaet, Wettbewerberpreise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9000" y="5423029"/>
            <a:ext cx="5486400" cy="473362"/>
          </a:xfrm>
          <a:prstGeom prst="rect">
            <a:avLst/>
          </a:prstGeom>
          <a:solidFill>
            <a:srgbClr val="FFF4DC"/>
          </a:solidFill>
          <a:ln w="9525">
            <a:solidFill>
              <a:srgbClr val="F6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099000" y="5423029"/>
            <a:ext cx="457200" cy="473362"/>
          </a:xfrm>
          <a:prstGeom prst="rect">
            <a:avLst/>
          </a:prstGeom>
          <a:solidFill>
            <a:srgbClr val="F6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99000" y="540184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65928" y="5429927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6A800"/>
                </a:solidFill>
              </a:rPr>
              <a:t>Nachfrage</a:t>
            </a:r>
            <a:r>
              <a:rPr sz="1300" b="1" i="0" dirty="0">
                <a:solidFill>
                  <a:srgbClr val="F6A800"/>
                </a:solidFill>
              </a:rPr>
              <a:t>- &amp; </a:t>
            </a:r>
            <a:r>
              <a:rPr sz="1300" b="1" i="0" dirty="0" err="1">
                <a:solidFill>
                  <a:srgbClr val="F6A800"/>
                </a:solidFill>
              </a:rPr>
              <a:t>Passagierindikatoren</a:t>
            </a:r>
            <a:endParaRPr sz="1300" b="1" i="0" dirty="0">
              <a:solidFill>
                <a:srgbClr val="F6A8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665928" y="5676164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Suchtrends, Buchungsproxies, Sitzangebote, Auslastung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01968"/>
            <a:ext cx="12192000" cy="2743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8872"/>
            <a:ext cx="1146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Tool-Konzept: FlightScope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1146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FF"/>
                </a:solidFill>
              </a:rPr>
              <a:t>End-to-End-Workflow: Von Rohdaten zur Kapazitaetsentscheidung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1993392" cy="201168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280160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①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719072"/>
            <a:ext cx="18105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Airlines, Strecke
Zeitraum, Quellen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9659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07070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9464" y="1188720"/>
            <a:ext cx="1993392" cy="2011680"/>
          </a:xfrm>
          <a:prstGeom prst="rect">
            <a:avLst/>
          </a:prstGeom>
          <a:solidFill>
            <a:srgbClr val="006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60904" y="1280160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② Datensammlung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0904" y="1719072"/>
            <a:ext cx="18105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Reviews + Preiszeitreihen
+ Nachfrage-Proxies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19659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0707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18888" y="1188720"/>
            <a:ext cx="1993392" cy="2011680"/>
          </a:xfrm>
          <a:prstGeom prst="rect">
            <a:avLst/>
          </a:prstGeom>
          <a:solidFill>
            <a:srgbClr val="009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10327" y="1280160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③ LLM-Analyse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7" y="1719072"/>
            <a:ext cx="18105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Aspekt-Extraktion
Scoring + Belegzitate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0567" y="19659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0707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68312" y="1188720"/>
            <a:ext cx="1993392" cy="2011680"/>
          </a:xfrm>
          <a:prstGeom prst="rect">
            <a:avLst/>
          </a:prstGeom>
          <a:solidFill>
            <a:srgbClr val="57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59751" y="1280160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④ Forecast / 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1" y="1719072"/>
            <a:ext cx="18105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Nachfrageprognose
Supply-Gap-Berechnung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2" y="19659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07070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17736" y="1188720"/>
            <a:ext cx="1993392" cy="2011680"/>
          </a:xfrm>
          <a:prstGeom prst="rect">
            <a:avLst/>
          </a:prstGeom>
          <a:solidFill>
            <a:srgbClr val="F6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09176" y="1280160"/>
            <a:ext cx="1810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⑤ Entscheidung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6" y="1719072"/>
            <a:ext cx="18105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Add / Hold / Reduce
Machtyp + Zeitslot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3337560"/>
            <a:ext cx="19933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Zielairlines + Strecken definieren, Zeitraum &amp; Quellen auswaehlen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9464" y="3337560"/>
            <a:ext cx="19933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Reviews (Trustpilot/App Store), Ticketpreise, Suchtrend-Daten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8888" y="3337560"/>
            <a:ext cx="19933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LLM strukturiert Freitext: Scores 1-10, Sentiment, Zitate je Dim.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8312" y="3337560"/>
            <a:ext cx="19933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Demand Pressure + Supply Gap + Profitability Proxy berechnen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7736" y="3337560"/>
            <a:ext cx="19933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Regelbasierte Empfehlung + Confidence Score + Top-3-Begruendung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526280"/>
            <a:ext cx="11551920" cy="1298448"/>
          </a:xfrm>
          <a:prstGeom prst="rect">
            <a:avLst/>
          </a:prstGeom>
          <a:solidFill>
            <a:srgbClr val="F0F2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" y="4526280"/>
            <a:ext cx="64008" cy="100584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46177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49F"/>
                </a:solidFill>
              </a:rPr>
              <a:t>Software-Architektur: BYOK + OpenRouter Fallback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029200"/>
            <a:ext cx="11369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BYOK (Bring Your Own Key): Nutzer gibt eigenen API-Key ein (Google / OpenRouter-kompatibel)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Fallback auf OpenRouter: Automatischer Wechsel wenn kein gueltiger Key verfuegbar → stabile Demo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Engine-Unabhaengigkeit: selbe Pipeline, austauschbares Modell-Backend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01968"/>
            <a:ext cx="12192000" cy="2743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6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8872"/>
            <a:ext cx="1146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UI-Design: Dashboard-Aufbau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1146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FF"/>
                </a:solidFill>
              </a:rPr>
              <a:t>Sidebar + Analysebereich + 5 Ergebnis-Tabs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2834640" cy="4794244"/>
          </a:xfrm>
          <a:prstGeom prst="rect">
            <a:avLst/>
          </a:prstGeom>
          <a:solidFill>
            <a:srgbClr val="F0F2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2834640" cy="73152"/>
          </a:xfrm>
          <a:prstGeom prst="rect">
            <a:avLst/>
          </a:prstGeom>
          <a:solidFill>
            <a:srgbClr val="006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2618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165"/>
                </a:solidFill>
              </a:rPr>
              <a:t>Sidebar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API &amp; Engine Settings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Key-Eingabe (Google / OpenRouter)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Modell-Auswahl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  Test Connection</a:t>
            </a:r>
          </a:p>
          <a:p>
            <a:pPr>
              <a:spcBef>
                <a:spcPts val="200"/>
              </a:spcBef>
            </a:pPr>
            <a:endParaRPr sz="1200">
              <a:solidFill>
                <a:srgbClr val="404040"/>
              </a:solidFill>
            </a:endParaRP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Airlines-Auswahl (4-8)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Strecke (Origin – Destination)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Zeitraum &amp; Quellenfilter</a:t>
            </a:r>
          </a:p>
          <a:p>
            <a:pPr>
              <a:spcBef>
                <a:spcPts val="200"/>
              </a:spcBef>
            </a:pPr>
            <a:endParaRPr sz="1200">
              <a:solidFill>
                <a:srgbClr val="404040"/>
              </a:solidFill>
            </a:endParaRP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404040"/>
                </a:solidFill>
              </a:rPr>
              <a:t>▶  Run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143000"/>
            <a:ext cx="1673352" cy="475488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1188720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618488"/>
            <a:ext cx="1673352" cy="4368089"/>
          </a:xfrm>
          <a:prstGeom prst="rect">
            <a:avLst/>
          </a:prstGeom>
          <a:solidFill>
            <a:srgbClr val="FAFAF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9000" y="2011680"/>
            <a:ext cx="14904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549F"/>
                </a:solidFill>
              </a:rPr>
              <a:t>KPI-Karten
+ Radar-Chart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1143000"/>
            <a:ext cx="1673352" cy="475488"/>
          </a:xfrm>
          <a:prstGeom prst="rect">
            <a:avLst/>
          </a:prstGeom>
          <a:solidFill>
            <a:srgbClr val="006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12079" y="1188720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Dim. Ranking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618488"/>
            <a:ext cx="1673352" cy="4368089"/>
          </a:xfrm>
          <a:prstGeom prst="rect">
            <a:avLst/>
          </a:prstGeom>
          <a:solidFill>
            <a:srgbClr val="FAFAF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79" y="2011680"/>
            <a:ext cx="14904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6165"/>
                </a:solidFill>
              </a:rPr>
              <a:t>Ranking je
Dimension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1143000"/>
            <a:ext cx="1673352" cy="475488"/>
          </a:xfrm>
          <a:prstGeom prst="rect">
            <a:avLst/>
          </a:prstGeom>
          <a:solidFill>
            <a:srgbClr val="009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95160" y="1188720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Head-to-Head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03720" y="1618488"/>
            <a:ext cx="1673352" cy="4368089"/>
          </a:xfrm>
          <a:prstGeom prst="rect">
            <a:avLst/>
          </a:prstGeom>
          <a:solidFill>
            <a:srgbClr val="FAFAF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95160" y="2011680"/>
            <a:ext cx="14904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98A1"/>
                </a:solidFill>
              </a:rPr>
              <a:t>2 Airlines im
Detail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1143000"/>
            <a:ext cx="1673352" cy="475488"/>
          </a:xfrm>
          <a:prstGeom prst="rect">
            <a:avLst/>
          </a:prstGeom>
          <a:solidFill>
            <a:srgbClr val="57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78240" y="1188720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1618488"/>
            <a:ext cx="1673352" cy="4368089"/>
          </a:xfrm>
          <a:prstGeom prst="rect">
            <a:avLst/>
          </a:prstGeom>
          <a:solidFill>
            <a:srgbClr val="FAFAF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0" y="2011680"/>
            <a:ext cx="14904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7AB27"/>
                </a:solidFill>
              </a:rPr>
              <a:t>Belegzitate
&amp; Problemmuster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69880" y="1143000"/>
            <a:ext cx="1673352" cy="475488"/>
          </a:xfrm>
          <a:prstGeom prst="rect">
            <a:avLst/>
          </a:prstGeom>
          <a:solidFill>
            <a:srgbClr val="F6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61320" y="1188720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Capacity Planner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24160" y="1618488"/>
            <a:ext cx="1673352" cy="4368089"/>
          </a:xfrm>
          <a:prstGeom prst="rect">
            <a:avLst/>
          </a:prstGeom>
          <a:solidFill>
            <a:srgbClr val="FAFAFC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61320" y="2011680"/>
            <a:ext cx="14904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6A800"/>
                </a:solidFill>
              </a:rPr>
              <a:t>Add/Hold/Reduce
Machtyp + Zeitslot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79608" y="2834640"/>
            <a:ext cx="14447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404040"/>
                </a:solidFill>
              </a:rPr>
              <a:t>Entscheidungskarte: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404040"/>
                </a:solidFill>
              </a:rPr>
              <a:t>Add / Hold / Reduce</a:t>
            </a:r>
          </a:p>
          <a:p>
            <a:pPr>
              <a:spcBef>
                <a:spcPts val="200"/>
              </a:spcBef>
            </a:pPr>
            <a:endParaRPr sz="1100">
              <a:solidFill>
                <a:srgbClr val="404040"/>
              </a:solidFill>
            </a:endParaRP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404040"/>
                </a:solidFill>
              </a:rPr>
              <a:t>Machtyp-Empfehlung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404040"/>
                </a:solidFill>
              </a:rPr>
              <a:t>Zeitslot-Empfehlung</a:t>
            </a:r>
          </a:p>
          <a:p>
            <a:pPr>
              <a:spcBef>
                <a:spcPts val="200"/>
              </a:spcBef>
            </a:pPr>
            <a:endParaRPr sz="1100">
              <a:solidFill>
                <a:srgbClr val="404040"/>
              </a:solidFill>
            </a:endParaRP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404040"/>
                </a:solidFill>
              </a:rPr>
              <a:t>Top-3 Begruendungen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404040"/>
                </a:solidFill>
              </a:rPr>
              <a:t>+ Confidence Score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01968"/>
            <a:ext cx="12192000" cy="2743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57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8872"/>
            <a:ext cx="1146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MVP und Nutzen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1146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FF"/>
                </a:solidFill>
              </a:rPr>
              <a:t>Minimum Viable Product: kleinste Version mit vollem Kernnutzen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730752" cy="4797425"/>
          </a:xfrm>
          <a:prstGeom prst="rect">
            <a:avLst/>
          </a:prstGeom>
          <a:solidFill>
            <a:srgbClr val="F0F2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64008" cy="4794682"/>
          </a:xfrm>
          <a:prstGeom prst="rect">
            <a:avLst/>
          </a:prstGeom>
          <a:solidFill>
            <a:srgbClr val="006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4" y="1234440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165"/>
                </a:solidFill>
              </a:rPr>
              <a:t>Wettbewerbsanalyse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655064"/>
            <a:ext cx="3502152" cy="4709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>
                <a:solidFill>
                  <a:srgbClr val="404040"/>
                </a:solidFill>
              </a:rPr>
              <a:t>Radarvergleich: 4-8 Airlines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404040"/>
                </a:solidFill>
              </a:rPr>
              <a:t>Evidenzbasierte Rankings je Dimension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404040"/>
                </a:solidFill>
              </a:rPr>
              <a:t>Head-to-Head Tiefenvergleich (2 Airlines)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404040"/>
                </a:solidFill>
              </a:rPr>
              <a:t>Sentiment-Zeittrend je Thema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143000"/>
            <a:ext cx="3730752" cy="4797425"/>
          </a:xfrm>
          <a:prstGeom prst="rect">
            <a:avLst/>
          </a:prstGeom>
          <a:solidFill>
            <a:srgbClr val="F0F2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79392" y="1143000"/>
            <a:ext cx="64008" cy="4794682"/>
          </a:xfrm>
          <a:prstGeom prst="rect">
            <a:avLst/>
          </a:prstGeom>
          <a:solidFill>
            <a:srgbClr val="F6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25696" y="1234440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6A800"/>
                </a:solidFill>
              </a:rPr>
              <a:t>Operative Entscheidung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1655064"/>
            <a:ext cx="3502152" cy="4709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>
                <a:solidFill>
                  <a:srgbClr val="404040"/>
                </a:solidFill>
              </a:rPr>
              <a:t>Preis- &amp; Nachfragemonitor je Strecke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404040"/>
                </a:solidFill>
              </a:rPr>
              <a:t>Regelbasierte Empfehlung: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404040"/>
                </a:solidFill>
              </a:rPr>
              <a:t>  Add / Hold / Reduce Flight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404040"/>
                </a:solidFill>
              </a:rPr>
              <a:t>Machtyp-Vorschlag (S/M/L Narrowbody)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404040"/>
                </a:solidFill>
              </a:rPr>
              <a:t>Empfohlenes Abflugzeitfenster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1143000"/>
            <a:ext cx="3730752" cy="4797425"/>
          </a:xfrm>
          <a:prstGeom prst="rect">
            <a:avLst/>
          </a:prstGeom>
          <a:solidFill>
            <a:srgbClr val="F0F2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93024" y="1143000"/>
            <a:ext cx="64008" cy="4794682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8" y="1234440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49F"/>
                </a:solidFill>
              </a:rPr>
              <a:t>Kernfrage, die wir beantworten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1655064"/>
            <a:ext cx="3502152" cy="4709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50">
                <a:solidFill>
                  <a:srgbClr val="404040"/>
                </a:solidFill>
              </a:rPr>
              <a:t>Soll Airline X auf Strecke r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404040"/>
                </a:solidFill>
              </a:rPr>
              <a:t>zum Zeitpunkt t die Frequenz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404040"/>
                </a:solidFill>
              </a:rPr>
              <a:t>erhoehen?</a:t>
            </a:r>
          </a:p>
          <a:p>
            <a:pPr>
              <a:spcBef>
                <a:spcPts val="300"/>
              </a:spcBef>
            </a:pPr>
            <a:endParaRPr sz="1250">
              <a:solidFill>
                <a:srgbClr val="404040"/>
              </a:solidFill>
            </a:endParaRP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404040"/>
                </a:solidFill>
              </a:rPr>
              <a:t>Welche Flugzeuggroesse?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404040"/>
                </a:solidFill>
              </a:rPr>
              <a:t>(z. B. A320neo vs A321neo)</a:t>
            </a:r>
          </a:p>
          <a:p>
            <a:pPr>
              <a:spcBef>
                <a:spcPts val="300"/>
              </a:spcBef>
            </a:pPr>
            <a:endParaRPr sz="1250">
              <a:solidFill>
                <a:srgbClr val="404040"/>
              </a:solidFill>
            </a:endParaRP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404040"/>
                </a:solidFill>
              </a:rPr>
              <a:t>Welches Zeitfenster ist optimal?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2000" cy="2743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F6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8872"/>
            <a:ext cx="1146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Capacity Planner – Entscheidungslogik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1146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FF"/>
                </a:solidFill>
              </a:rPr>
              <a:t>Input → Regel-Engine → Add / Hold / Reduce + Machtyp + Zeitslot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3200400" cy="4875102"/>
          </a:xfrm>
          <a:prstGeom prst="rect">
            <a:avLst/>
          </a:prstGeom>
          <a:solidFill>
            <a:srgbClr val="F0F2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143000"/>
            <a:ext cx="76200" cy="4872359"/>
          </a:xfrm>
          <a:prstGeom prst="rect">
            <a:avLst/>
          </a:prstGeom>
          <a:solidFill>
            <a:srgbClr val="F6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6A800"/>
                </a:solidFill>
              </a:rPr>
              <a:t>Input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719072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Preisniveau &amp; -veraenderung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Nachfrage-Proxies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  (Suchtrend, Buchungs-Proxy)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Wettbewerber-Kapazitaet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Aktuelle Frequenz &amp; Sitze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OTP / Cancellation Rate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04040"/>
                </a:solidFill>
              </a:rPr>
              <a:t>Saisonalitaet &amp; Kalender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2918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07070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1143000"/>
            <a:ext cx="4297680" cy="4875102"/>
          </a:xfrm>
          <a:prstGeom prst="rect">
            <a:avLst/>
          </a:prstGeom>
          <a:solidFill>
            <a:srgbClr val="F0F2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931920" y="1143000"/>
            <a:ext cx="76200" cy="4872359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0" y="123444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49F"/>
                </a:solidFill>
              </a:rPr>
              <a:t>Regel-Engine (MVP, erklaerbar)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719072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Schritt 1: Demand Pressure Score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Schritt 2: Supply Gap Score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Schritt 3: Profitability Proxy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Schritt 4: Risikoabschlag (OTP/Service)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Schritt 5: Final Score → Entscheidung</a:t>
            </a:r>
          </a:p>
          <a:p>
            <a:pPr>
              <a:spcBef>
                <a:spcPts val="300"/>
              </a:spcBef>
            </a:pPr>
            <a:endParaRPr sz="1200">
              <a:solidFill>
                <a:srgbClr val="404040"/>
              </a:solidFill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Logik: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  Demand hoch + Gap positiv + Risiko ok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    → Add Flight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  Mittlere Werte → Hold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  Demand schwach / Risiko hoch → Reduce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918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07070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1143000"/>
            <a:ext cx="3246120" cy="4875102"/>
          </a:xfrm>
          <a:prstGeom prst="rect">
            <a:avLst/>
          </a:prstGeom>
          <a:solidFill>
            <a:srgbClr val="F0F2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41080" y="1143000"/>
            <a:ext cx="76200" cy="4872359"/>
          </a:xfrm>
          <a:prstGeom prst="rect">
            <a:avLst/>
          </a:prstGeom>
          <a:solidFill>
            <a:srgbClr val="57A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23960" y="123444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7AB27"/>
                </a:solidFill>
              </a:rPr>
              <a:t>Ausgabe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1719072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Entscheidung: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  Add / Hold / Reduce</a:t>
            </a:r>
          </a:p>
          <a:p>
            <a:pPr>
              <a:spcBef>
                <a:spcPts val="300"/>
              </a:spcBef>
            </a:pPr>
            <a:endParaRPr sz="1200">
              <a:solidFill>
                <a:srgbClr val="404040"/>
              </a:solidFill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Machtyp: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  Mittl. Nachfrage → S-Narrowbody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  Hohe Nachfrage/Peak → M/L-NB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  Unsicher → erst Freq. testen</a:t>
            </a:r>
          </a:p>
          <a:p>
            <a:pPr>
              <a:spcBef>
                <a:spcPts val="300"/>
              </a:spcBef>
            </a:pPr>
            <a:endParaRPr sz="1200">
              <a:solidFill>
                <a:srgbClr val="404040"/>
              </a:solidFill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Zeitslot: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  Peak (Nachfrage + OTP stabil)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  Off-Peak (preiselastisch)</a:t>
            </a:r>
          </a:p>
          <a:p>
            <a:pPr>
              <a:spcBef>
                <a:spcPts val="300"/>
              </a:spcBef>
            </a:pPr>
            <a:endParaRPr sz="1200">
              <a:solidFill>
                <a:srgbClr val="404040"/>
              </a:solidFill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Top-3 Begruendungen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404040"/>
                </a:solidFill>
              </a:rPr>
              <a:t>+ Confidence Score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2000" cy="2743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8872"/>
            <a:ext cx="1146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Machbarkeit und naechste Schritte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8368"/>
            <a:ext cx="1146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DFF"/>
                </a:solidFill>
              </a:rPr>
              <a:t>Ja – in drei Phasen umsetzbar. Phase 1 im Kurs lieferbar.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730752" cy="2697480"/>
          </a:xfrm>
          <a:prstGeom prst="rect">
            <a:avLst/>
          </a:prstGeom>
          <a:solidFill>
            <a:srgbClr val="F0F2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3730752" cy="73152"/>
          </a:xfrm>
          <a:prstGeom prst="rect">
            <a:avLst/>
          </a:prstGeom>
          <a:solidFill>
            <a:srgbClr val="006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165"/>
                </a:solidFill>
              </a:rPr>
              <a:t>Phase 1 – Kurs-Demo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19072"/>
            <a:ext cx="1371600" cy="320040"/>
          </a:xfrm>
          <a:prstGeom prst="rect">
            <a:avLst/>
          </a:prstGeom>
          <a:solidFill>
            <a:srgbClr val="006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755648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Dieses Semester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30552"/>
            <a:ext cx="345643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Reviews + Preise + Nachfrage-Proxies integrieren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Regelbasiertes Add/Hold/Reduce implementieren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Machtyp &amp; Zeitslot-Heuristiken einbauen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Streamlit-Dashboard mit allen 5 Tabs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Demo: 2 Airlines x 2 Strecken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1143000"/>
            <a:ext cx="3730752" cy="2697480"/>
          </a:xfrm>
          <a:prstGeom prst="rect">
            <a:avLst/>
          </a:prstGeom>
          <a:solidFill>
            <a:srgbClr val="F0F2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79392" y="1143000"/>
            <a:ext cx="3730752" cy="73152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6552" y="12618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49F"/>
                </a:solidFill>
              </a:rPr>
              <a:t>Phase 2 – Mittelfristig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16552" y="1719072"/>
            <a:ext cx="1371600" cy="32004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43984" y="1755648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Nach dem Kurs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130552"/>
            <a:ext cx="345643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Zeitreihenprognose je Strecke/Zeitslot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Backtesting gegen historische Daten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Automatisierte Datenpipeline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Mehrsprachige Review-Quellen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3024" y="1143000"/>
            <a:ext cx="3730752" cy="2697480"/>
          </a:xfrm>
          <a:prstGeom prst="rect">
            <a:avLst/>
          </a:prstGeom>
          <a:solidFill>
            <a:srgbClr val="F0F2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93024" y="1143000"/>
            <a:ext cx="3730752" cy="73152"/>
          </a:xfrm>
          <a:prstGeom prst="rect">
            <a:avLst/>
          </a:prstGeom>
          <a:solidFill>
            <a:srgbClr val="F6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0184" y="12618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6A800"/>
                </a:solidFill>
              </a:rPr>
              <a:t>Phase 3 – Produktionsnah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30184" y="1719072"/>
            <a:ext cx="1371600" cy="320040"/>
          </a:xfrm>
          <a:prstGeom prst="rect">
            <a:avLst/>
          </a:prstGeom>
          <a:solidFill>
            <a:srgbClr val="F6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57616" y="1755648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Langfristig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2130552"/>
            <a:ext cx="345643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Netzwerkweite Optimierung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Flotten- &amp; Slot-Constraints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Szenarioanalyse (Fuel, Saison)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404040"/>
                </a:solidFill>
              </a:rPr>
              <a:t>• Wettbewerber-Reaktionsmodell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760" y="3941504"/>
            <a:ext cx="11460480" cy="64008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4962" y="41262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549F"/>
                </a:solidFill>
              </a:rPr>
              <a:t>Naechste Schritte (</a:t>
            </a:r>
            <a:r>
              <a:rPr sz="1200" b="1" i="0" dirty="0" err="1">
                <a:solidFill>
                  <a:srgbClr val="00549F"/>
                </a:solidFill>
              </a:rPr>
              <a:t>sofort</a:t>
            </a:r>
            <a:r>
              <a:rPr sz="1200" b="1" i="0" dirty="0">
                <a:solidFill>
                  <a:srgbClr val="00549F"/>
                </a:solidFill>
              </a:rPr>
              <a:t>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71057" y="4087368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50" dirty="0">
                <a:solidFill>
                  <a:srgbClr val="404040"/>
                </a:solidFill>
              </a:rPr>
              <a:t>Scope </a:t>
            </a:r>
            <a:r>
              <a:rPr sz="1150" dirty="0" err="1">
                <a:solidFill>
                  <a:srgbClr val="404040"/>
                </a:solidFill>
              </a:rPr>
              <a:t>festlegen</a:t>
            </a:r>
            <a:r>
              <a:rPr sz="1150" dirty="0">
                <a:solidFill>
                  <a:srgbClr val="404040"/>
                </a:solidFill>
              </a:rPr>
              <a:t> (6-7 Airlines + 2 </a:t>
            </a:r>
            <a:r>
              <a:rPr sz="1150" dirty="0" err="1">
                <a:solidFill>
                  <a:srgbClr val="404040"/>
                </a:solidFill>
              </a:rPr>
              <a:t>Pilotstrecken</a:t>
            </a:r>
            <a:r>
              <a:rPr sz="1150" dirty="0">
                <a:solidFill>
                  <a:srgbClr val="404040"/>
                </a:solidFill>
              </a:rPr>
              <a:t>)</a:t>
            </a:r>
          </a:p>
          <a:p>
            <a:pPr>
              <a:spcBef>
                <a:spcPts val="0"/>
              </a:spcBef>
            </a:pPr>
            <a:r>
              <a:rPr sz="1150" dirty="0" err="1">
                <a:solidFill>
                  <a:srgbClr val="404040"/>
                </a:solidFill>
              </a:rPr>
              <a:t>Dimensionsschema</a:t>
            </a:r>
            <a:r>
              <a:rPr sz="1150" dirty="0">
                <a:solidFill>
                  <a:srgbClr val="404040"/>
                </a:solidFill>
              </a:rPr>
              <a:t> &amp; Prompt-Template </a:t>
            </a:r>
            <a:r>
              <a:rPr sz="1150" dirty="0" err="1">
                <a:solidFill>
                  <a:srgbClr val="404040"/>
                </a:solidFill>
              </a:rPr>
              <a:t>finalisieren</a:t>
            </a:r>
            <a:endParaRPr sz="1150" dirty="0">
              <a:solidFill>
                <a:srgbClr val="404040"/>
              </a:solidFill>
            </a:endParaRPr>
          </a:p>
          <a:p>
            <a:pPr>
              <a:spcBef>
                <a:spcPts val="0"/>
              </a:spcBef>
            </a:pPr>
            <a:r>
              <a:rPr sz="1150" dirty="0">
                <a:solidFill>
                  <a:srgbClr val="404040"/>
                </a:solidFill>
              </a:rPr>
              <a:t>Erste </a:t>
            </a:r>
            <a:r>
              <a:rPr sz="1150" dirty="0" err="1">
                <a:solidFill>
                  <a:srgbClr val="404040"/>
                </a:solidFill>
              </a:rPr>
              <a:t>Datenpipeline</a:t>
            </a:r>
            <a:r>
              <a:rPr sz="1150" dirty="0">
                <a:solidFill>
                  <a:srgbClr val="404040"/>
                </a:solidFill>
              </a:rPr>
              <a:t> </a:t>
            </a:r>
            <a:r>
              <a:rPr sz="1150" dirty="0" err="1">
                <a:solidFill>
                  <a:srgbClr val="404040"/>
                </a:solidFill>
              </a:rPr>
              <a:t>aufbauen</a:t>
            </a:r>
            <a:r>
              <a:rPr sz="1150" dirty="0">
                <a:solidFill>
                  <a:srgbClr val="404040"/>
                </a:solidFill>
              </a:rPr>
              <a:t> (Reviews + </a:t>
            </a:r>
            <a:r>
              <a:rPr sz="1150" dirty="0" err="1">
                <a:solidFill>
                  <a:srgbClr val="404040"/>
                </a:solidFill>
              </a:rPr>
              <a:t>Preise</a:t>
            </a:r>
            <a:r>
              <a:rPr sz="1150" dirty="0">
                <a:solidFill>
                  <a:srgbClr val="404040"/>
                </a:solidFill>
              </a:rPr>
              <a:t>)</a:t>
            </a:r>
          </a:p>
          <a:p>
            <a:pPr>
              <a:spcBef>
                <a:spcPts val="0"/>
              </a:spcBef>
            </a:pPr>
            <a:r>
              <a:rPr sz="1150" dirty="0" err="1">
                <a:solidFill>
                  <a:srgbClr val="404040"/>
                </a:solidFill>
              </a:rPr>
              <a:t>Klickbare</a:t>
            </a:r>
            <a:r>
              <a:rPr sz="1150" dirty="0">
                <a:solidFill>
                  <a:srgbClr val="404040"/>
                </a:solidFill>
              </a:rPr>
              <a:t> Demo bis </a:t>
            </a:r>
            <a:r>
              <a:rPr sz="1150" dirty="0" err="1">
                <a:solidFill>
                  <a:srgbClr val="404040"/>
                </a:solidFill>
              </a:rPr>
              <a:t>zur</a:t>
            </a:r>
            <a:r>
              <a:rPr sz="1150" dirty="0">
                <a:solidFill>
                  <a:srgbClr val="404040"/>
                </a:solidFill>
              </a:rPr>
              <a:t> </a:t>
            </a:r>
            <a:r>
              <a:rPr sz="1150" dirty="0" err="1">
                <a:solidFill>
                  <a:srgbClr val="404040"/>
                </a:solidFill>
              </a:rPr>
              <a:t>naechsten</a:t>
            </a:r>
            <a:r>
              <a:rPr sz="1150" dirty="0">
                <a:solidFill>
                  <a:srgbClr val="404040"/>
                </a:solidFill>
              </a:rPr>
              <a:t> Session </a:t>
            </a:r>
            <a:r>
              <a:rPr sz="1150" dirty="0" err="1">
                <a:solidFill>
                  <a:srgbClr val="404040"/>
                </a:solidFill>
              </a:rPr>
              <a:t>liefern</a:t>
            </a:r>
            <a:endParaRPr sz="1150" dirty="0">
              <a:solidFill>
                <a:srgbClr val="40404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92000" cy="2743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Präsentation_Master_RWTH_Verwaltung_16zu9">
  <a:themeElements>
    <a:clrScheme name="RWTH Farben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BDCD00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_Master_RWTH_Verwaltung_ohne_addin_16zu9.pot [Kompatibilitätsmodus]" id="{31793575-807D-424B-A95D-BD1FA51D6B9C}" vid="{EDE4B280-3FBA-4B2F-94A9-F36ED973D8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Praesentation_Master_RWTH_Verwaltung_16zu9</Template>
  <TotalTime>0</TotalTime>
  <Words>1059</Words>
  <Application>Microsoft Office PowerPoint</Application>
  <PresentationFormat>Widescreen</PresentationFormat>
  <Paragraphs>219</Paragraphs>
  <Slides>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Symbol</vt:lpstr>
      <vt:lpstr>Wingdings</vt:lpstr>
      <vt:lpstr>Präsentation_Master_RWTH_Verwaltung_16zu9</vt:lpstr>
      <vt:lpstr>think-cell Folie</vt:lpstr>
      <vt:lpstr>Ein dynamischer, datenintensiver Markt mit relevanten Ineffizienzen</vt:lpstr>
      <vt:lpstr>Wertschöpfungspotenzial der identifizierten Marktlücken und Überkapazitäten schätzen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ZHV RWTH Aachen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Paschert, Sandra</dc:creator>
  <cp:lastModifiedBy>Tianyang Bai</cp:lastModifiedBy>
  <cp:revision>372</cp:revision>
  <dcterms:created xsi:type="dcterms:W3CDTF">2022-05-12T06:41:21Z</dcterms:created>
  <dcterms:modified xsi:type="dcterms:W3CDTF">2026-04-30T09:44:28Z</dcterms:modified>
</cp:coreProperties>
</file>