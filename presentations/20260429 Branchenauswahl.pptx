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3"/>
  </p:notesMasterIdLst>
  <p:handoutMasterIdLst>
    <p:handoutMasterId r:id="rId4"/>
  </p:handoutMasterIdLst>
  <p:sldIdLst>
    <p:sldId id="351" r:id="rId2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schert, Sandra" initials="PS" lastIdx="14" clrIdx="0">
    <p:extLst>
      <p:ext uri="{19B8F6BF-5375-455C-9EA6-DF929625EA0E}">
        <p15:presenceInfo xmlns:p15="http://schemas.microsoft.com/office/powerpoint/2012/main" userId="Paschert, Sand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F"/>
    <a:srgbClr val="CAE7E7"/>
    <a:srgbClr val="89CCCF"/>
    <a:srgbClr val="00B1B7"/>
    <a:srgbClr val="2D7F83"/>
    <a:srgbClr val="9C9E9F"/>
    <a:srgbClr val="8EBAE5"/>
    <a:srgbClr val="646567"/>
    <a:srgbClr val="B3DBFF"/>
    <a:srgbClr val="7DA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DA7B9-39C8-40EF-8745-006A9665BD74}" v="658" dt="2026-04-29T14:52:09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1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40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Pochhammer" userId="9ab6c6786c526755" providerId="LiveId" clId="{03E3BA8E-12F4-4F1F-B605-35B4BCA65135}"/>
    <pc:docChg chg="undo custSel addSld delSld modSld sldOrd modMainMaster modNotesMaster">
      <pc:chgData name="Oscar Pochhammer" userId="9ab6c6786c526755" providerId="LiveId" clId="{03E3BA8E-12F4-4F1F-B605-35B4BCA65135}" dt="2026-04-29T14:52:09.463" v="2741" actId="20577"/>
      <pc:docMkLst>
        <pc:docMk/>
      </pc:docMkLst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0" sldId="258"/>
        </pc:sldMkLst>
        <pc:spChg chg="mod">
          <ac:chgData name="Oscar Pochhammer" userId="9ab6c6786c526755" providerId="LiveId" clId="{03E3BA8E-12F4-4F1F-B605-35B4BCA65135}" dt="2026-04-29T14:34:32.940" v="1398"/>
          <ac:spMkLst>
            <pc:docMk/>
            <pc:sldMk cId="0" sldId="258"/>
            <ac:spMk id="1229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0" sldId="258"/>
            <ac:spMk id="12291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88" v="1758"/>
          <ac:graphicFrameMkLst>
            <pc:docMk/>
            <pc:sldMk cId="0" sldId="258"/>
            <ac:graphicFrameMk id="2" creationId="{32B7051A-3A7D-CC33-0C59-52291953EFD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665602429" sldId="26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058" v="837" actId="947"/>
          <ac:spMkLst>
            <pc:docMk/>
            <pc:sldMk cId="1665602429" sldId="265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3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3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20" v="1386"/>
          <ac:spMkLst>
            <pc:docMk/>
            <pc:sldMk cId="1665602429" sldId="265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15" v="1688"/>
          <ac:graphicFrameMkLst>
            <pc:docMk/>
            <pc:sldMk cId="1665602429" sldId="265"/>
            <ac:graphicFrameMk id="16" creationId="{8272F544-BCE4-0EB8-A940-DB114B9AFE13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087913155" sldId="27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34" v="1395"/>
          <ac:spMkLst>
            <pc:docMk/>
            <pc:sldMk cId="3087913155" sldId="27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74" v="1744"/>
          <ac:graphicFrameMkLst>
            <pc:docMk/>
            <pc:sldMk cId="3087913155" sldId="273"/>
            <ac:graphicFrameMk id="4" creationId="{67A43F1C-CC03-4D23-A852-B9C6C6034F4F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632757064" sldId="302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2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894" v="1374"/>
          <ac:spMkLst>
            <pc:docMk/>
            <pc:sldMk cId="1632757064" sldId="302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257" v="1632"/>
          <ac:graphicFrameMkLst>
            <pc:docMk/>
            <pc:sldMk cId="1632757064" sldId="302"/>
            <ac:graphicFrameMk id="2" creationId="{55218B81-5EC1-2731-E971-7AD5E80E3E75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668481820" sldId="30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2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05" v="1380"/>
          <ac:spMkLst>
            <pc:docMk/>
            <pc:sldMk cId="1668481820" sldId="30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287" v="1660"/>
          <ac:graphicFrameMkLst>
            <pc:docMk/>
            <pc:sldMk cId="1668481820" sldId="303"/>
            <ac:graphicFrameMk id="3" creationId="{D5E1BF9E-F216-A6A6-6503-4127F8BB597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775275001" sldId="30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64" v="1413"/>
          <ac:spMkLst>
            <pc:docMk/>
            <pc:sldMk cId="3775275001" sldId="305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59" v="1828"/>
          <ac:graphicFrameMkLst>
            <pc:docMk/>
            <pc:sldMk cId="3775275001" sldId="305"/>
            <ac:graphicFrameMk id="16" creationId="{965C763A-0AE1-06E7-948A-8C984FEFC41A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904142787" sldId="306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52" v="1407"/>
          <ac:spMkLst>
            <pc:docMk/>
            <pc:sldMk cId="904142787" sldId="306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31" v="1800"/>
          <ac:graphicFrameMkLst>
            <pc:docMk/>
            <pc:sldMk cId="904142787" sldId="306"/>
            <ac:graphicFrameMk id="3" creationId="{79D5A577-8049-2ECE-12AB-ACA7D98B899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780837923" sldId="308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75" v="1419"/>
          <ac:spMkLst>
            <pc:docMk/>
            <pc:sldMk cId="3780837923" sldId="308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85" v="1856"/>
          <ac:graphicFrameMkLst>
            <pc:docMk/>
            <pc:sldMk cId="3780837923" sldId="308"/>
            <ac:graphicFrameMk id="16" creationId="{11923897-3295-3BB5-D366-8A027A88EE8C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42726925" sldId="311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95" v="1431"/>
          <ac:spMkLst>
            <pc:docMk/>
            <pc:sldMk cId="442726925" sldId="311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38" v="1912"/>
          <ac:graphicFrameMkLst>
            <pc:docMk/>
            <pc:sldMk cId="442726925" sldId="311"/>
            <ac:graphicFrameMk id="16" creationId="{E10EBB21-5FD3-F5E3-E72F-80D2913EF89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273427671" sldId="312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44" v="1401"/>
          <ac:spMkLst>
            <pc:docMk/>
            <pc:sldMk cId="3273427671" sldId="312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01" v="1772"/>
          <ac:graphicFrameMkLst>
            <pc:docMk/>
            <pc:sldMk cId="3273427671" sldId="312"/>
            <ac:graphicFrameMk id="2" creationId="{24C1D78B-1F45-ABE2-3E96-74AD0F96749D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031592695" sldId="31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85" v="1425"/>
          <ac:spMkLst>
            <pc:docMk/>
            <pc:sldMk cId="4031592695" sldId="31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12" v="1884"/>
          <ac:graphicFrameMkLst>
            <pc:docMk/>
            <pc:sldMk cId="4031592695" sldId="313"/>
            <ac:graphicFrameMk id="3" creationId="{5E052602-BFF4-A17F-9480-5083D29CEEF2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388446298" sldId="31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48" v="1404"/>
          <ac:spMkLst>
            <pc:docMk/>
            <pc:sldMk cId="1388446298" sldId="315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16" v="1786"/>
          <ac:graphicFrameMkLst>
            <pc:docMk/>
            <pc:sldMk cId="1388446298" sldId="315"/>
            <ac:graphicFrameMk id="3" creationId="{2F243617-5D22-EC2F-DB34-7648E71B675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023980376" sldId="317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41" v="1458"/>
          <ac:spMkLst>
            <pc:docMk/>
            <pc:sldMk cId="1023980376" sldId="317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56" v="2038"/>
          <ac:graphicFrameMkLst>
            <pc:docMk/>
            <pc:sldMk cId="1023980376" sldId="317"/>
            <ac:graphicFrameMk id="16" creationId="{5F4560C4-1E91-F64A-8ECC-E1EA9E2E581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520910582" sldId="31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1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2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31" v="1452"/>
          <ac:spMkLst>
            <pc:docMk/>
            <pc:sldMk cId="1520910582" sldId="319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29" v="2010"/>
          <ac:graphicFrameMkLst>
            <pc:docMk/>
            <pc:sldMk cId="1520910582" sldId="319"/>
            <ac:graphicFrameMk id="3" creationId="{0982A1DA-C9A2-DB13-6822-37E3B8614EA6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124727553" sldId="320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64" v="1470"/>
          <ac:spMkLst>
            <pc:docMk/>
            <pc:sldMk cId="4124727553" sldId="320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709" v="2094"/>
          <ac:graphicFrameMkLst>
            <pc:docMk/>
            <pc:sldMk cId="4124727553" sldId="320"/>
            <ac:graphicFrameMk id="16" creationId="{21F7970F-64DC-A487-7FA9-932EDEE9018F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290878901" sldId="321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26" v="1449"/>
          <ac:spMkLst>
            <pc:docMk/>
            <pc:sldMk cId="4290878901" sldId="321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16" v="1996"/>
          <ac:graphicFrameMkLst>
            <pc:docMk/>
            <pc:sldMk cId="4290878901" sldId="321"/>
            <ac:graphicFrameMk id="2" creationId="{284D92D4-AD7C-404E-5AB3-FFB1C7BA03D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594491527" sldId="32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70" v="1473"/>
          <ac:spMkLst>
            <pc:docMk/>
            <pc:sldMk cId="1594491527" sldId="32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723" v="2108"/>
          <ac:graphicFrameMkLst>
            <pc:docMk/>
            <pc:sldMk cId="1594491527" sldId="323"/>
            <ac:graphicFrameMk id="2" creationId="{A27E2AF8-188C-3439-20C2-2CF07EE9602D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533947459" sldId="324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1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36" v="1455"/>
          <ac:spMkLst>
            <pc:docMk/>
            <pc:sldMk cId="1533947459" sldId="324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43" v="2024"/>
          <ac:graphicFrameMkLst>
            <pc:docMk/>
            <pc:sldMk cId="1533947459" sldId="324"/>
            <ac:graphicFrameMk id="2" creationId="{C2DE3B16-3666-B8B3-E239-BFDFE3006D5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127055267" sldId="326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07" v="1437"/>
          <ac:spMkLst>
            <pc:docMk/>
            <pc:sldMk cId="1127055267" sldId="326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63" v="1940"/>
          <ac:graphicFrameMkLst>
            <pc:docMk/>
            <pc:sldMk cId="1127055267" sldId="326"/>
            <ac:graphicFrameMk id="16" creationId="{C296E112-5224-4518-EC85-3270EFD1255C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315449882" sldId="328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315449882" sldId="328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315449882" sldId="328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315449882" sldId="328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13" v="1440"/>
          <ac:spMkLst>
            <pc:docMk/>
            <pc:sldMk cId="3315449882" sldId="328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78" v="1954"/>
          <ac:graphicFrameMkLst>
            <pc:docMk/>
            <pc:sldMk cId="3315449882" sldId="328"/>
            <ac:graphicFrameMk id="2" creationId="{744C93C3-5120-0D42-1D37-58D065D6963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2375211990" sldId="32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3" creationId="{F3B58475-E89E-2EC8-4DA9-5F6C6C4E9C1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1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17" v="1443"/>
          <ac:spMkLst>
            <pc:docMk/>
            <pc:sldMk cId="2375211990" sldId="329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90" v="1968"/>
          <ac:graphicFrameMkLst>
            <pc:docMk/>
            <pc:sldMk cId="2375211990" sldId="329"/>
            <ac:graphicFrameMk id="4" creationId="{791D2AF4-8F0D-9BB6-1E85-10B109BD22E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757918672" sldId="33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899" v="1377"/>
          <ac:spMkLst>
            <pc:docMk/>
            <pc:sldMk cId="1757918672" sldId="33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272" v="1646"/>
          <ac:graphicFrameMkLst>
            <pc:docMk/>
            <pc:sldMk cId="1757918672" sldId="333"/>
            <ac:graphicFrameMk id="16" creationId="{9DFA9A36-3FEF-447A-1D69-D6842572459C}"/>
          </ac:graphicFrameMkLst>
        </pc:graphicFrameChg>
      </pc:sldChg>
      <pc:sldChg chg="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818124694" sldId="334"/>
        </pc:sldMkLst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815122534" sldId="338"/>
        </pc:sldMkLst>
        <pc:spChg chg="mod">
          <ac:chgData name="Oscar Pochhammer" userId="9ab6c6786c526755" providerId="LiveId" clId="{03E3BA8E-12F4-4F1F-B605-35B4BCA65135}" dt="2026-04-29T14:34:32.189" v="957" actId="947"/>
          <ac:spMkLst>
            <pc:docMk/>
            <pc:sldMk cId="815122534" sldId="338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2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2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4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180" v="945" actId="947"/>
          <ac:spMkLst>
            <pc:docMk/>
            <pc:sldMk cId="815122534" sldId="338"/>
            <ac:spMk id="5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5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5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5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7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7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57" v="1410"/>
          <ac:spMkLst>
            <pc:docMk/>
            <pc:sldMk cId="815122534" sldId="338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45" v="1814"/>
          <ac:graphicFrameMkLst>
            <pc:docMk/>
            <pc:sldMk cId="815122534" sldId="338"/>
            <ac:graphicFrameMk id="2" creationId="{82D7FAFD-9E7C-80CD-C1F0-542FC69EC17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022297270" sldId="33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1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1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25" v="1389"/>
          <ac:spMkLst>
            <pc:docMk/>
            <pc:sldMk cId="1022297270" sldId="339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29" v="1702"/>
          <ac:graphicFrameMkLst>
            <pc:docMk/>
            <pc:sldMk cId="1022297270" sldId="339"/>
            <ac:graphicFrameMk id="2" creationId="{D64A801A-B743-9308-CC56-6C79AD40FBC6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686389120" sldId="340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5" creationId="{303A4EF8-4E78-530F-B806-4CE7CD6E193A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9" creationId="{BE979E88-256D-2359-AE11-78B4C1497BAF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12" creationId="{5A3CF283-2CE5-6614-4926-2B04D14A9653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14" creationId="{AABA318B-0052-13AC-7652-D96E3BF3861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18" creationId="{2E051C99-8287-760A-2DB4-F0F7440A100B}"/>
          </ac:spMkLst>
        </pc:spChg>
        <pc:spChg chg="mod">
          <ac:chgData name="Oscar Pochhammer" userId="9ab6c6786c526755" providerId="LiveId" clId="{03E3BA8E-12F4-4F1F-B605-35B4BCA65135}" dt="2026-04-29T14:34:32.930" v="1392"/>
          <ac:spMkLst>
            <pc:docMk/>
            <pc:sldMk cId="3686389120" sldId="340"/>
            <ac:spMk id="16386" creationId="{85B1640E-844E-09A8-3EC2-61ECF325C484}"/>
          </ac:spMkLst>
        </pc:spChg>
        <pc:graphicFrameChg chg="add mod ord modVis">
          <ac:chgData name="Oscar Pochhammer" userId="9ab6c6786c526755" providerId="LiveId" clId="{03E3BA8E-12F4-4F1F-B605-35B4BCA65135}" dt="2026-04-29T14:34:33.360" v="1730"/>
          <ac:graphicFrameMkLst>
            <pc:docMk/>
            <pc:sldMk cId="3686389120" sldId="340"/>
            <ac:graphicFrameMk id="3" creationId="{484FF5B7-1F73-9DE1-5A58-5AB83A75465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498666679" sldId="341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498666679" sldId="341"/>
            <ac:spMk id="5" creationId="{563086E1-871F-7AD1-CBF4-D1BA1D8B9C89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498666679" sldId="341"/>
            <ac:spMk id="6" creationId="{353A5285-DA72-74FE-16FF-CAD652F44B5F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498666679" sldId="341"/>
            <ac:spMk id="9" creationId="{8E3DE0CC-0C5A-8ACD-E360-AC99F237F144}"/>
          </ac:spMkLst>
        </pc:spChg>
        <pc:spChg chg="mod">
          <ac:chgData name="Oscar Pochhammer" userId="9ab6c6786c526755" providerId="LiveId" clId="{03E3BA8E-12F4-4F1F-B605-35B4BCA65135}" dt="2026-04-29T14:34:32.970" v="1416"/>
          <ac:spMkLst>
            <pc:docMk/>
            <pc:sldMk cId="3498666679" sldId="341"/>
            <ac:spMk id="16386" creationId="{8F7A98B1-229A-D5F8-6950-A3058E240C10}"/>
          </ac:spMkLst>
        </pc:spChg>
        <pc:graphicFrameChg chg="add mod ord modVis">
          <ac:chgData name="Oscar Pochhammer" userId="9ab6c6786c526755" providerId="LiveId" clId="{03E3BA8E-12F4-4F1F-B605-35B4BCA65135}" dt="2026-04-29T14:34:33.472" v="1842"/>
          <ac:graphicFrameMkLst>
            <pc:docMk/>
            <pc:sldMk cId="3498666679" sldId="341"/>
            <ac:graphicFrameMk id="2" creationId="{95A9F73E-1115-1E52-5854-AAB4DACBA325}"/>
          </ac:graphicFrameMkLst>
        </pc:graphicFrameChg>
        <pc:graphicFrameChg chg="modGraphic">
          <ac:chgData name="Oscar Pochhammer" userId="9ab6c6786c526755" providerId="LiveId" clId="{03E3BA8E-12F4-4F1F-B605-35B4BCA65135}" dt="2026-04-29T14:34:32.593" v="1341" actId="790"/>
          <ac:graphicFrameMkLst>
            <pc:docMk/>
            <pc:sldMk cId="3498666679" sldId="341"/>
            <ac:graphicFrameMk id="10" creationId="{3714986D-EB2D-0ED0-C0D0-17BA2071969B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233885552" sldId="342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" creationId="{735EB3FD-90DE-4E1D-C6A6-726CBCEFE14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7" creationId="{FE9E8D61-9007-4B0E-5BAC-2B304842F7A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11" creationId="{F4DCFAAF-4A98-CAC0-92CE-FE858CCA2DE6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2" creationId="{76993083-7879-5997-4876-45099D809B5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4" creationId="{7FD4CF45-CEF3-9976-E961-DFC5097058B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6" creationId="{65C8E70E-6A13-B5C9-15AF-1350913871D3}"/>
          </ac:spMkLst>
        </pc:spChg>
        <pc:spChg chg="mod">
          <ac:chgData name="Oscar Pochhammer" userId="9ab6c6786c526755" providerId="LiveId" clId="{03E3BA8E-12F4-4F1F-B605-35B4BCA65135}" dt="2026-04-29T14:34:33.002" v="1434"/>
          <ac:spMkLst>
            <pc:docMk/>
            <pc:sldMk cId="233885552" sldId="342"/>
            <ac:spMk id="16386" creationId="{8D7C7D31-8785-2E78-6472-9E21C8ABE9BD}"/>
          </ac:spMkLst>
        </pc:spChg>
        <pc:graphicFrameChg chg="add mod ord modVis">
          <ac:chgData name="Oscar Pochhammer" userId="9ab6c6786c526755" providerId="LiveId" clId="{03E3BA8E-12F4-4F1F-B605-35B4BCA65135}" dt="2026-04-29T14:34:33.549" v="1926"/>
          <ac:graphicFrameMkLst>
            <pc:docMk/>
            <pc:sldMk cId="233885552" sldId="342"/>
            <ac:graphicFrameMk id="3" creationId="{A604CE7B-3EBF-357E-AC67-9D8AD3049E1B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859098125" sldId="344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5" creationId="{A7B2BC97-3CA1-5E2B-CC6C-00659789E0EF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13" creationId="{E10717E1-3435-CEBA-161E-8F447706763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24" creationId="{78C61D8A-B831-4D7B-05F6-C266B1D68939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26" creationId="{8919C806-3FE4-2B61-4EE8-692B8A214013}"/>
          </ac:spMkLst>
        </pc:spChg>
        <pc:spChg chg="mod">
          <ac:chgData name="Oscar Pochhammer" userId="9ab6c6786c526755" providerId="LiveId" clId="{03E3BA8E-12F4-4F1F-B605-35B4BCA65135}" dt="2026-04-29T14:34:32.981" v="1422"/>
          <ac:spMkLst>
            <pc:docMk/>
            <pc:sldMk cId="3859098125" sldId="344"/>
            <ac:spMk id="16386" creationId="{3E64DD7D-96CA-1CA2-D427-0EF383E4C8BB}"/>
          </ac:spMkLst>
        </pc:spChg>
        <pc:graphicFrameChg chg="add mod ord modVis">
          <ac:chgData name="Oscar Pochhammer" userId="9ab6c6786c526755" providerId="LiveId" clId="{03E3BA8E-12F4-4F1F-B605-35B4BCA65135}" dt="2026-04-29T14:34:33.499" v="1870"/>
          <ac:graphicFrameMkLst>
            <pc:docMk/>
            <pc:sldMk cId="3859098125" sldId="344"/>
            <ac:graphicFrameMk id="2" creationId="{8C09C52B-8A43-3C64-C02A-736BA64F4CE1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104722342" sldId="34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" creationId="{155A3401-ACE5-9421-D749-3A8BD141869B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7" creationId="{5DB27AF5-C7BC-B73E-2BF7-9600DD7FD51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11" creationId="{C92474CC-A8D3-7E5F-C7E8-1D242B069CDE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2" creationId="{E1296257-A78B-2CC9-90E7-A466FB1F31E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4" creationId="{FCB18CE6-DE59-0498-CB12-A4B5A6127A69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6" creationId="{EEF22160-CABE-5CA6-B676-1C12F11EA333}"/>
          </ac:spMkLst>
        </pc:spChg>
        <pc:spChg chg="mod">
          <ac:chgData name="Oscar Pochhammer" userId="9ab6c6786c526755" providerId="LiveId" clId="{03E3BA8E-12F4-4F1F-B605-35B4BCA65135}" dt="2026-04-29T14:34:32.990" v="1428"/>
          <ac:spMkLst>
            <pc:docMk/>
            <pc:sldMk cId="3104722342" sldId="345"/>
            <ac:spMk id="16386" creationId="{F675123A-93CC-C03B-5495-B12D392B91A1}"/>
          </ac:spMkLst>
        </pc:spChg>
        <pc:graphicFrameChg chg="add mod ord modVis">
          <ac:chgData name="Oscar Pochhammer" userId="9ab6c6786c526755" providerId="LiveId" clId="{03E3BA8E-12F4-4F1F-B605-35B4BCA65135}" dt="2026-04-29T14:34:33.525" v="1898"/>
          <ac:graphicFrameMkLst>
            <pc:docMk/>
            <pc:sldMk cId="3104722342" sldId="345"/>
            <ac:graphicFrameMk id="3" creationId="{CCB27625-7A85-3232-36C9-1BD26AA06E6D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396894809" sldId="347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2" creationId="{CAE632AD-C489-4809-9AED-1B80324C9F5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4" creationId="{EBE4DB25-002C-849E-5F98-66906644C7B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5" creationId="{802AEF7E-2C32-4559-AF0A-110582902D2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6" creationId="{09284C2B-18B1-829B-5CD1-76B768550306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15" creationId="{F25C5679-7B26-F012-0960-CFC7AA6D06EA}"/>
          </ac:spMkLst>
        </pc:spChg>
        <pc:spChg chg="mod">
          <ac:chgData name="Oscar Pochhammer" userId="9ab6c6786c526755" providerId="LiveId" clId="{03E3BA8E-12F4-4F1F-B605-35B4BCA65135}" dt="2026-04-29T14:34:33.021" v="1446"/>
          <ac:spMkLst>
            <pc:docMk/>
            <pc:sldMk cId="1396894809" sldId="347"/>
            <ac:spMk id="16386" creationId="{5A661056-DE7B-93CD-B6A1-1EF367BA9670}"/>
          </ac:spMkLst>
        </pc:spChg>
        <pc:graphicFrameChg chg="add mod ord modVis">
          <ac:chgData name="Oscar Pochhammer" userId="9ab6c6786c526755" providerId="LiveId" clId="{03E3BA8E-12F4-4F1F-B605-35B4BCA65135}" dt="2026-04-29T14:34:33.604" v="1982"/>
          <ac:graphicFrameMkLst>
            <pc:docMk/>
            <pc:sldMk cId="1396894809" sldId="347"/>
            <ac:graphicFrameMk id="3" creationId="{0E24A00B-7F50-4140-3F94-F3D00DE79C44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7263421" sldId="348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5" creationId="{751772FD-3195-E5CD-848A-20A377874D01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12" creationId="{A3E75927-72E1-FFBB-A6FF-FECECE52D64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24" creationId="{B924E78B-787D-7B72-3EA9-C0ED89A7015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26" creationId="{39820782-D008-F8A2-04BB-7F3B4C149D38}"/>
          </ac:spMkLst>
        </pc:spChg>
        <pc:spChg chg="mod">
          <ac:chgData name="Oscar Pochhammer" userId="9ab6c6786c526755" providerId="LiveId" clId="{03E3BA8E-12F4-4F1F-B605-35B4BCA65135}" dt="2026-04-29T14:34:33.052" v="1464"/>
          <ac:spMkLst>
            <pc:docMk/>
            <pc:sldMk cId="47263421" sldId="348"/>
            <ac:spMk id="16386" creationId="{778895CD-78C2-5779-F140-70D5FB8B16AA}"/>
          </ac:spMkLst>
        </pc:spChg>
        <pc:graphicFrameChg chg="add mod ord modVis">
          <ac:chgData name="Oscar Pochhammer" userId="9ab6c6786c526755" providerId="LiveId" clId="{03E3BA8E-12F4-4F1F-B605-35B4BCA65135}" dt="2026-04-29T14:34:33.683" v="2066"/>
          <ac:graphicFrameMkLst>
            <pc:docMk/>
            <pc:sldMk cId="47263421" sldId="348"/>
            <ac:graphicFrameMk id="2" creationId="{C01D0C33-9AF6-B330-B5D0-1D73C20157C4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258138174" sldId="34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17" creationId="{1058E3FD-1BE5-D8A1-E206-1600711AAD8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18" creationId="{06BDB9B3-9A17-7B5E-C647-45F8CBE0C545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19" creationId="{5C752239-41E0-0D03-856B-BDB87A0DC6D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20" creationId="{C89369D3-CC76-9535-AAAA-92C60DF050DC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28" creationId="{3E9ADA12-4A99-1C7E-2D43-5E30096C962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29" creationId="{5ED1B37C-5C22-88E3-7EEE-326248EB3742}"/>
          </ac:spMkLst>
        </pc:spChg>
        <pc:spChg chg="mod">
          <ac:chgData name="Oscar Pochhammer" userId="9ab6c6786c526755" providerId="LiveId" clId="{03E3BA8E-12F4-4F1F-B605-35B4BCA65135}" dt="2026-04-29T14:34:33.047" v="1461"/>
          <ac:spMkLst>
            <pc:docMk/>
            <pc:sldMk cId="3258138174" sldId="349"/>
            <ac:spMk id="16386" creationId="{BCF6831A-0315-2D78-3955-E1790CF9A17A}"/>
          </ac:spMkLst>
        </pc:spChg>
        <pc:graphicFrameChg chg="add mod ord modVis">
          <ac:chgData name="Oscar Pochhammer" userId="9ab6c6786c526755" providerId="LiveId" clId="{03E3BA8E-12F4-4F1F-B605-35B4BCA65135}" dt="2026-04-29T14:34:33.670" v="2052"/>
          <ac:graphicFrameMkLst>
            <pc:docMk/>
            <pc:sldMk cId="3258138174" sldId="349"/>
            <ac:graphicFrameMk id="2" creationId="{BA63B083-A5BE-B53F-D2A4-1013BA08CC5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390738674" sldId="350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29" creationId="{3720DF76-262B-3094-5F3F-E2B93F59A22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0" creationId="{F6D01800-725A-CB0B-BC8E-1704BBDF5CB5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2" creationId="{79496193-5258-151D-ED74-78B2CCF77AAA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4" creationId="{36B68821-F0EF-360E-6031-DA51D4061D85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7" creationId="{8951A000-1660-30A5-5E44-8B4CBF7225FC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9" creationId="{270478B5-CDCB-283B-5B3F-2F13E90D885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42" creationId="{319FEEFC-9EDE-36C8-8225-CE7E77429A13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44" creationId="{A0DE59FA-F297-03AB-ABE4-0EF69BE4E141}"/>
          </ac:spMkLst>
        </pc:spChg>
        <pc:spChg chg="mod">
          <ac:chgData name="Oscar Pochhammer" userId="9ab6c6786c526755" providerId="LiveId" clId="{03E3BA8E-12F4-4F1F-B605-35B4BCA65135}" dt="2026-04-29T14:34:33.057" v="1467"/>
          <ac:spMkLst>
            <pc:docMk/>
            <pc:sldMk cId="1390738674" sldId="350"/>
            <ac:spMk id="16386" creationId="{7558AE78-08EB-5C45-8C7A-2A25DD2AD414}"/>
          </ac:spMkLst>
        </pc:spChg>
        <pc:graphicFrameChg chg="add mod ord modVis">
          <ac:chgData name="Oscar Pochhammer" userId="9ab6c6786c526755" providerId="LiveId" clId="{03E3BA8E-12F4-4F1F-B605-35B4BCA65135}" dt="2026-04-29T14:34:33.697" v="2080"/>
          <ac:graphicFrameMkLst>
            <pc:docMk/>
            <pc:sldMk cId="1390738674" sldId="350"/>
            <ac:graphicFrameMk id="2" creationId="{5ECB6522-3067-7761-C421-B13F99A909DF}"/>
          </ac:graphicFrameMkLst>
        </pc:graphicFrameChg>
      </pc:sldChg>
      <pc:sldChg chg="addSp modSp new mod ord modNotes">
        <pc:chgData name="Oscar Pochhammer" userId="9ab6c6786c526755" providerId="LiveId" clId="{03E3BA8E-12F4-4F1F-B605-35B4BCA65135}" dt="2026-04-29T14:52:09.463" v="2741" actId="20577"/>
        <pc:sldMkLst>
          <pc:docMk/>
          <pc:sldMk cId="164870834" sldId="351"/>
        </pc:sldMkLst>
        <pc:spChg chg="mod">
          <ac:chgData name="Oscar Pochhammer" userId="9ab6c6786c526755" providerId="LiveId" clId="{03E3BA8E-12F4-4F1F-B605-35B4BCA65135}" dt="2026-04-29T14:45:18.552" v="2633" actId="299"/>
          <ac:spMkLst>
            <pc:docMk/>
            <pc:sldMk cId="164870834" sldId="351"/>
            <ac:spMk id="2" creationId="{6A76A271-2885-0635-F814-CCCD9644FD5C}"/>
          </ac:spMkLst>
        </pc:spChg>
        <pc:spChg chg="mod">
          <ac:chgData name="Oscar Pochhammer" userId="9ab6c6786c526755" providerId="LiveId" clId="{03E3BA8E-12F4-4F1F-B605-35B4BCA65135}" dt="2026-04-29T14:49:45.974" v="2707" actId="20577"/>
          <ac:spMkLst>
            <pc:docMk/>
            <pc:sldMk cId="164870834" sldId="351"/>
            <ac:spMk id="3" creationId="{6A2E73FA-0485-C948-816E-1BBC18B5B87E}"/>
          </ac:spMkLst>
        </pc:spChg>
        <pc:spChg chg="mod">
          <ac:chgData name="Oscar Pochhammer" userId="9ab6c6786c526755" providerId="LiveId" clId="{03E3BA8E-12F4-4F1F-B605-35B4BCA65135}" dt="2026-04-29T14:43:29.779" v="2515" actId="20577"/>
          <ac:spMkLst>
            <pc:docMk/>
            <pc:sldMk cId="164870834" sldId="351"/>
            <ac:spMk id="4" creationId="{FDE88248-2C3C-B374-00CE-6E6A5E54EDCF}"/>
          </ac:spMkLst>
        </pc:spChg>
        <pc:spChg chg="add mod">
          <ac:chgData name="Oscar Pochhammer" userId="9ab6c6786c526755" providerId="LiveId" clId="{03E3BA8E-12F4-4F1F-B605-35B4BCA65135}" dt="2026-04-29T14:44:31.836" v="2620" actId="20577"/>
          <ac:spMkLst>
            <pc:docMk/>
            <pc:sldMk cId="164870834" sldId="351"/>
            <ac:spMk id="8" creationId="{A83C41CD-B0B1-CDFF-D154-5C43C40149FE}"/>
          </ac:spMkLst>
        </pc:spChg>
        <pc:spChg chg="add mod">
          <ac:chgData name="Oscar Pochhammer" userId="9ab6c6786c526755" providerId="LiveId" clId="{03E3BA8E-12F4-4F1F-B605-35B4BCA65135}" dt="2026-04-29T14:52:09.463" v="2741" actId="20577"/>
          <ac:spMkLst>
            <pc:docMk/>
            <pc:sldMk cId="164870834" sldId="351"/>
            <ac:spMk id="9" creationId="{8265A23F-1945-B4CB-B0AB-BC84718C02C3}"/>
          </ac:spMkLst>
        </pc:spChg>
        <pc:graphicFrameChg chg="add mod ord modVis">
          <ac:chgData name="Oscar Pochhammer" userId="9ab6c6786c526755" providerId="LiveId" clId="{03E3BA8E-12F4-4F1F-B605-35B4BCA65135}" dt="2026-04-29T14:34:33.725" v="2110"/>
          <ac:graphicFrameMkLst>
            <pc:docMk/>
            <pc:sldMk cId="164870834" sldId="351"/>
            <ac:graphicFrameMk id="5" creationId="{E7D7F46B-91CB-6131-D525-8DF2DB8C28D3}"/>
          </ac:graphicFrameMkLst>
        </pc:graphicFrameChg>
        <pc:picChg chg="add mod">
          <ac:chgData name="Oscar Pochhammer" userId="9ab6c6786c526755" providerId="LiveId" clId="{03E3BA8E-12F4-4F1F-B605-35B4BCA65135}" dt="2026-04-29T14:41:22.786" v="2400" actId="14100"/>
          <ac:picMkLst>
            <pc:docMk/>
            <pc:sldMk cId="164870834" sldId="351"/>
            <ac:picMk id="7" creationId="{E0C58688-77FD-1CBB-3AC1-53453D69934A}"/>
          </ac:picMkLst>
        </pc:picChg>
      </pc:sldChg>
      <pc:sldMasterChg chg="addSp delSp modSp mod modSldLayout">
        <pc:chgData name="Oscar Pochhammer" userId="9ab6c6786c526755" providerId="LiveId" clId="{03E3BA8E-12F4-4F1F-B605-35B4BCA65135}" dt="2026-04-29T14:49:15.259" v="2698" actId="478"/>
        <pc:sldMasterMkLst>
          <pc:docMk/>
          <pc:sldMasterMk cId="0" sldId="2147483738"/>
        </pc:sldMasterMkLst>
        <pc:spChg chg="mod">
          <ac:chgData name="Oscar Pochhammer" userId="9ab6c6786c526755" providerId="LiveId" clId="{03E3BA8E-12F4-4F1F-B605-35B4BCA65135}" dt="2026-04-29T14:48:32.715" v="2696" actId="20577"/>
          <ac:spMkLst>
            <pc:docMk/>
            <pc:sldMasterMk cId="0" sldId="2147483738"/>
            <ac:spMk id="9" creationId="{00000000-0000-0000-0000-000000000000}"/>
          </ac:spMkLst>
        </pc:spChg>
        <pc:spChg chg="del mod">
          <ac:chgData name="Oscar Pochhammer" userId="9ab6c6786c526755" providerId="LiveId" clId="{03E3BA8E-12F4-4F1F-B605-35B4BCA65135}" dt="2026-04-29T14:49:15.259" v="2698" actId="478"/>
          <ac:spMkLst>
            <pc:docMk/>
            <pc:sldMasterMk cId="0" sldId="2147483738"/>
            <ac:spMk id="103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1.904" v="741"/>
          <ac:spMkLst>
            <pc:docMk/>
            <pc:sldMasterMk cId="0" sldId="2147483738"/>
            <ac:spMk id="1031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179" v="1562"/>
          <ac:graphicFrameMkLst>
            <pc:docMk/>
            <pc:sldMasterMk cId="0" sldId="2147483738"/>
            <ac:graphicFrameMk id="2" creationId="{E14198A7-348E-3988-7EF7-E15DB893939C}"/>
          </ac:graphicFrameMkLst>
        </pc:graphicFrameChg>
        <pc:sldLayoutChg chg="addSp modSp mod">
          <pc:chgData name="Oscar Pochhammer" userId="9ab6c6786c526755" providerId="LiveId" clId="{03E3BA8E-12F4-4F1F-B605-35B4BCA65135}" dt="2026-04-29T14:34:33.228" v="1604"/>
          <pc:sldLayoutMkLst>
            <pc:docMk/>
            <pc:sldMasterMk cId="0" sldId="2147483738"/>
            <pc:sldLayoutMk cId="3393376839" sldId="2147483876"/>
          </pc:sldLayoutMkLst>
          <pc:spChg chg="mod">
            <ac:chgData name="Oscar Pochhammer" userId="9ab6c6786c526755" providerId="LiveId" clId="{03E3BA8E-12F4-4F1F-B605-35B4BCA65135}" dt="2026-04-29T14:34:32.878" v="1368" actId="299"/>
            <ac:spMkLst>
              <pc:docMk/>
              <pc:sldMasterMk cId="0" sldId="2147483738"/>
              <pc:sldLayoutMk cId="3393376839" sldId="2147483876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49" v="757" actId="947"/>
            <ac:spMkLst>
              <pc:docMk/>
              <pc:sldMasterMk cId="0" sldId="2147483738"/>
              <pc:sldLayoutMk cId="3393376839" sldId="2147483876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40" v="753" actId="947"/>
            <ac:spMkLst>
              <pc:docMk/>
              <pc:sldMasterMk cId="0" sldId="2147483738"/>
              <pc:sldLayoutMk cId="3393376839" sldId="2147483876"/>
              <ac:spMk id="12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228" v="1604"/>
            <ac:graphicFrameMkLst>
              <pc:docMk/>
              <pc:sldMasterMk cId="0" sldId="2147483738"/>
              <pc:sldLayoutMk cId="3393376839" sldId="2147483876"/>
              <ac:graphicFrameMk id="2" creationId="{5DCDE0B3-2C7F-329E-982F-9D35535A1254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244" v="1618"/>
          <pc:sldLayoutMkLst>
            <pc:docMk/>
            <pc:sldMasterMk cId="0" sldId="2147483738"/>
            <pc:sldLayoutMk cId="26014149" sldId="2147483877"/>
          </pc:sldLayoutMkLst>
          <pc:spChg chg="mod">
            <ac:chgData name="Oscar Pochhammer" userId="9ab6c6786c526755" providerId="LiveId" clId="{03E3BA8E-12F4-4F1F-B605-35B4BCA65135}" dt="2026-04-29T14:34:32.889" v="1371" actId="299"/>
            <ac:spMkLst>
              <pc:docMk/>
              <pc:sldMasterMk cId="0" sldId="2147483738"/>
              <pc:sldLayoutMk cId="26014149" sldId="2147483877"/>
              <ac:spMk id="2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62" v="761" actId="947"/>
            <ac:spMkLst>
              <pc:docMk/>
              <pc:sldMasterMk cId="0" sldId="2147483738"/>
              <pc:sldLayoutMk cId="26014149" sldId="2147483877"/>
              <ac:spMk id="3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67" v="763" actId="947"/>
            <ac:spMkLst>
              <pc:docMk/>
              <pc:sldMasterMk cId="0" sldId="2147483738"/>
              <pc:sldLayoutMk cId="26014149" sldId="2147483877"/>
              <ac:spMk id="7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244" v="1618"/>
            <ac:graphicFrameMkLst>
              <pc:docMk/>
              <pc:sldMasterMk cId="0" sldId="2147483738"/>
              <pc:sldLayoutMk cId="26014149" sldId="2147483877"/>
              <ac:graphicFrameMk id="4" creationId="{2263DEAB-683F-FB95-9B08-BE78C9CF5A9E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302" v="1674"/>
          <pc:sldLayoutMkLst>
            <pc:docMk/>
            <pc:sldMasterMk cId="0" sldId="2147483738"/>
            <pc:sldLayoutMk cId="559322222" sldId="2147483878"/>
          </pc:sldLayoutMkLst>
          <pc:spChg chg="mod">
            <ac:chgData name="Oscar Pochhammer" userId="9ab6c6786c526755" providerId="LiveId" clId="{03E3BA8E-12F4-4F1F-B605-35B4BCA65135}" dt="2026-04-29T14:34:32.914" v="1383" actId="299"/>
            <ac:spMkLst>
              <pc:docMk/>
              <pc:sldMasterMk cId="0" sldId="2147483738"/>
              <pc:sldLayoutMk cId="559322222" sldId="2147483878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033" v="819" actId="947"/>
            <ac:spMkLst>
              <pc:docMk/>
              <pc:sldMasterMk cId="0" sldId="2147483738"/>
              <pc:sldLayoutMk cId="559322222" sldId="2147483878"/>
              <ac:spMk id="9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028" v="817" actId="947"/>
            <ac:spMkLst>
              <pc:docMk/>
              <pc:sldMasterMk cId="0" sldId="2147483738"/>
              <pc:sldLayoutMk cId="559322222" sldId="2147483878"/>
              <ac:spMk id="12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302" v="1674"/>
            <ac:graphicFrameMkLst>
              <pc:docMk/>
              <pc:sldMasterMk cId="0" sldId="2147483738"/>
              <pc:sldLayoutMk cId="559322222" sldId="2147483878"/>
              <ac:graphicFrameMk id="2" creationId="{57BD0446-2559-C71F-F2BC-8975B9BD7732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60" v="1546"/>
          <pc:sldLayoutMkLst>
            <pc:docMk/>
            <pc:sldMasterMk cId="0" sldId="2147483738"/>
            <pc:sldLayoutMk cId="3736494464" sldId="2147483879"/>
          </pc:sldLayoutMkLst>
          <pc:spChg chg="mod">
            <ac:chgData name="Oscar Pochhammer" userId="9ab6c6786c526755" providerId="LiveId" clId="{03E3BA8E-12F4-4F1F-B605-35B4BCA65135}" dt="2026-04-29T14:34:31.856" v="723" actId="947"/>
            <ac:spMkLst>
              <pc:docMk/>
              <pc:sldMasterMk cId="0" sldId="2147483738"/>
              <pc:sldLayoutMk cId="3736494464" sldId="2147483879"/>
              <ac:spMk id="4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42" v="1356" actId="299"/>
            <ac:spMkLst>
              <pc:docMk/>
              <pc:sldMasterMk cId="0" sldId="2147483738"/>
              <pc:sldLayoutMk cId="3736494464" sldId="2147483879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67" v="727" actId="947"/>
            <ac:spMkLst>
              <pc:docMk/>
              <pc:sldMasterMk cId="0" sldId="2147483738"/>
              <pc:sldLayoutMk cId="3736494464" sldId="2147483879"/>
              <ac:spMk id="6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60" v="1546"/>
            <ac:graphicFrameMkLst>
              <pc:docMk/>
              <pc:sldMasterMk cId="0" sldId="2147483738"/>
              <pc:sldLayoutMk cId="3736494464" sldId="2147483879"/>
              <ac:graphicFrameMk id="2" creationId="{FC01C877-984A-B815-594C-C98009393790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46" v="1532"/>
          <pc:sldLayoutMkLst>
            <pc:docMk/>
            <pc:sldMasterMk cId="0" sldId="2147483738"/>
            <pc:sldLayoutMk cId="1645850991" sldId="2147483880"/>
          </pc:sldLayoutMkLst>
          <pc:spChg chg="mod">
            <ac:chgData name="Oscar Pochhammer" userId="9ab6c6786c526755" providerId="LiveId" clId="{03E3BA8E-12F4-4F1F-B605-35B4BCA65135}" dt="2026-04-29T14:34:31.840" v="717" actId="947"/>
            <ac:spMkLst>
              <pc:docMk/>
              <pc:sldMasterMk cId="0" sldId="2147483738"/>
              <pc:sldLayoutMk cId="1645850991" sldId="2147483880"/>
              <ac:spMk id="4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34" v="1353" actId="299"/>
            <ac:spMkLst>
              <pc:docMk/>
              <pc:sldMasterMk cId="0" sldId="2147483738"/>
              <pc:sldLayoutMk cId="1645850991" sldId="2147483880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51" v="721" actId="947"/>
            <ac:spMkLst>
              <pc:docMk/>
              <pc:sldMasterMk cId="0" sldId="2147483738"/>
              <pc:sldLayoutMk cId="1645850991" sldId="2147483880"/>
              <ac:spMk id="6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46" v="1532"/>
            <ac:graphicFrameMkLst>
              <pc:docMk/>
              <pc:sldMasterMk cId="0" sldId="2147483738"/>
              <pc:sldLayoutMk cId="1645850991" sldId="2147483880"/>
              <ac:graphicFrameMk id="2" creationId="{501B9C74-0786-C518-D04A-64B833826172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32" v="1518"/>
          <pc:sldLayoutMkLst>
            <pc:docMk/>
            <pc:sldMasterMk cId="0" sldId="2147483738"/>
            <pc:sldLayoutMk cId="1604016214" sldId="2147483881"/>
          </pc:sldLayoutMkLst>
          <pc:spChg chg="mod">
            <ac:chgData name="Oscar Pochhammer" userId="9ab6c6786c526755" providerId="LiveId" clId="{03E3BA8E-12F4-4F1F-B605-35B4BCA65135}" dt="2026-04-29T14:34:31.821" v="711" actId="947"/>
            <ac:spMkLst>
              <pc:docMk/>
              <pc:sldMasterMk cId="0" sldId="2147483738"/>
              <pc:sldLayoutMk cId="1604016214" sldId="2147483881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21" v="1350" actId="299"/>
            <ac:spMkLst>
              <pc:docMk/>
              <pc:sldMasterMk cId="0" sldId="2147483738"/>
              <pc:sldLayoutMk cId="1604016214" sldId="2147483881"/>
              <ac:spMk id="10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30" v="715" actId="947"/>
            <ac:spMkLst>
              <pc:docMk/>
              <pc:sldMasterMk cId="0" sldId="2147483738"/>
              <pc:sldLayoutMk cId="1604016214" sldId="2147483881"/>
              <ac:spMk id="11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32" v="1518"/>
            <ac:graphicFrameMkLst>
              <pc:docMk/>
              <pc:sldMasterMk cId="0" sldId="2147483738"/>
              <pc:sldLayoutMk cId="1604016214" sldId="2147483881"/>
              <ac:graphicFrameMk id="2" creationId="{5E4A0375-8F13-6F7E-231B-BA2CDFA86E0B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16" v="1504"/>
          <pc:sldLayoutMkLst>
            <pc:docMk/>
            <pc:sldMasterMk cId="0" sldId="2147483738"/>
            <pc:sldLayoutMk cId="2293556544" sldId="2147483882"/>
          </pc:sldLayoutMkLst>
          <pc:spChg chg="mod">
            <ac:chgData name="Oscar Pochhammer" userId="9ab6c6786c526755" providerId="LiveId" clId="{03E3BA8E-12F4-4F1F-B605-35B4BCA65135}" dt="2026-04-29T14:34:32.810" v="1347" actId="299"/>
            <ac:spMkLst>
              <pc:docMk/>
              <pc:sldMasterMk cId="0" sldId="2147483738"/>
              <pc:sldLayoutMk cId="2293556544" sldId="2147483882"/>
              <ac:spMk id="7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00" v="709" actId="947"/>
            <ac:spMkLst>
              <pc:docMk/>
              <pc:sldMasterMk cId="0" sldId="2147483738"/>
              <pc:sldLayoutMk cId="2293556544" sldId="2147483882"/>
              <ac:spMk id="12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16" v="1504"/>
            <ac:graphicFrameMkLst>
              <pc:docMk/>
              <pc:sldMasterMk cId="0" sldId="2147483738"/>
              <pc:sldLayoutMk cId="2293556544" sldId="2147483882"/>
              <ac:graphicFrameMk id="2" creationId="{53EB032D-9756-D57B-B52B-3B2BA77679AE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01" v="1490"/>
          <pc:sldLayoutMkLst>
            <pc:docMk/>
            <pc:sldMasterMk cId="0" sldId="2147483738"/>
            <pc:sldLayoutMk cId="273876690" sldId="2147483883"/>
          </pc:sldLayoutMkLst>
          <pc:spChg chg="mod">
            <ac:chgData name="Oscar Pochhammer" userId="9ab6c6786c526755" providerId="LiveId" clId="{03E3BA8E-12F4-4F1F-B605-35B4BCA65135}" dt="2026-04-29T14:34:32.801" v="1344" actId="299"/>
            <ac:spMkLst>
              <pc:docMk/>
              <pc:sldMasterMk cId="0" sldId="2147483738"/>
              <pc:sldLayoutMk cId="273876690" sldId="2147483883"/>
              <ac:spMk id="8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789" v="705" actId="947"/>
            <ac:spMkLst>
              <pc:docMk/>
              <pc:sldMasterMk cId="0" sldId="2147483738"/>
              <pc:sldLayoutMk cId="273876690" sldId="2147483883"/>
              <ac:spMk id="9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01" v="1490"/>
            <ac:graphicFrameMkLst>
              <pc:docMk/>
              <pc:sldMasterMk cId="0" sldId="2147483738"/>
              <pc:sldLayoutMk cId="273876690" sldId="2147483883"/>
              <ac:graphicFrameMk id="2" creationId="{B039FF64-378B-1C1D-544E-331DEEA4F2B7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210" v="1590"/>
          <pc:sldLayoutMkLst>
            <pc:docMk/>
            <pc:sldMasterMk cId="0" sldId="2147483738"/>
            <pc:sldLayoutMk cId="1758341944" sldId="2147483884"/>
          </pc:sldLayoutMkLst>
          <pc:spChg chg="mod">
            <ac:chgData name="Oscar Pochhammer" userId="9ab6c6786c526755" providerId="LiveId" clId="{03E3BA8E-12F4-4F1F-B605-35B4BCA65135}" dt="2026-04-29T14:34:32.869" v="1365" actId="299"/>
            <ac:spMkLst>
              <pc:docMk/>
              <pc:sldMasterMk cId="0" sldId="2147483738"/>
              <pc:sldLayoutMk cId="1758341944" sldId="2147483884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31" v="751" actId="947"/>
            <ac:spMkLst>
              <pc:docMk/>
              <pc:sldMasterMk cId="0" sldId="2147483738"/>
              <pc:sldLayoutMk cId="1758341944" sldId="2147483884"/>
              <ac:spMk id="7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23" v="747" actId="947"/>
            <ac:spMkLst>
              <pc:docMk/>
              <pc:sldMasterMk cId="0" sldId="2147483738"/>
              <pc:sldLayoutMk cId="1758341944" sldId="2147483884"/>
              <ac:spMk id="14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210" v="1590"/>
            <ac:graphicFrameMkLst>
              <pc:docMk/>
              <pc:sldMasterMk cId="0" sldId="2147483738"/>
              <pc:sldLayoutMk cId="1758341944" sldId="2147483884"/>
              <ac:graphicFrameMk id="2" creationId="{7DCA5642-7CB1-0290-5174-1DC553C4D450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94" v="1576"/>
          <pc:sldLayoutMkLst>
            <pc:docMk/>
            <pc:sldMasterMk cId="0" sldId="2147483738"/>
            <pc:sldLayoutMk cId="4162244920" sldId="2147483885"/>
          </pc:sldLayoutMkLst>
          <pc:spChg chg="mod">
            <ac:chgData name="Oscar Pochhammer" userId="9ab6c6786c526755" providerId="LiveId" clId="{03E3BA8E-12F4-4F1F-B605-35B4BCA65135}" dt="2026-04-29T14:34:32.860" v="1362" actId="299"/>
            <ac:spMkLst>
              <pc:docMk/>
              <pc:sldMasterMk cId="0" sldId="2147483738"/>
              <pc:sldLayoutMk cId="4162244920" sldId="2147483885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10" v="743" actId="947"/>
            <ac:spMkLst>
              <pc:docMk/>
              <pc:sldMasterMk cId="0" sldId="2147483738"/>
              <pc:sldLayoutMk cId="4162244920" sldId="2147483885"/>
              <ac:spMk id="10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94" v="1576"/>
            <ac:graphicFrameMkLst>
              <pc:docMk/>
              <pc:sldMasterMk cId="0" sldId="2147483738"/>
              <pc:sldLayoutMk cId="4162244920" sldId="2147483885"/>
              <ac:graphicFrameMk id="2" creationId="{31026A35-292E-84B3-8F03-83BE8999AD93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346" v="1716"/>
          <pc:sldLayoutMkLst>
            <pc:docMk/>
            <pc:sldMasterMk cId="0" sldId="2147483738"/>
            <pc:sldLayoutMk cId="2615147979" sldId="2147483886"/>
          </pc:sldLayoutMkLst>
          <pc:spChg chg="mod">
            <ac:chgData name="Oscar Pochhammer" userId="9ab6c6786c526755" providerId="LiveId" clId="{03E3BA8E-12F4-4F1F-B605-35B4BCA65135}" dt="2026-04-29T14:34:32.090" v="863" actId="947"/>
            <ac:spMkLst>
              <pc:docMk/>
              <pc:sldMasterMk cId="0" sldId="2147483738"/>
              <pc:sldLayoutMk cId="2615147979" sldId="2147483886"/>
              <ac:spMk id="3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096" v="865" actId="947"/>
            <ac:spMkLst>
              <pc:docMk/>
              <pc:sldMasterMk cId="0" sldId="2147483738"/>
              <pc:sldLayoutMk cId="2615147979" sldId="2147483886"/>
              <ac:spMk id="9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346" v="1716"/>
            <ac:graphicFrameMkLst>
              <pc:docMk/>
              <pc:sldMasterMk cId="0" sldId="2147483738"/>
              <pc:sldLayoutMk cId="2615147979" sldId="2147483886"/>
              <ac:graphicFrameMk id="2" creationId="{3FEDF7F6-9B6B-9CBF-9F4E-35F95870B4FF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75" v="1560"/>
          <pc:sldLayoutMkLst>
            <pc:docMk/>
            <pc:sldMasterMk cId="0" sldId="2147483738"/>
            <pc:sldLayoutMk cId="867445236" sldId="2147483888"/>
          </pc:sldLayoutMkLst>
          <pc:spChg chg="mod">
            <ac:chgData name="Oscar Pochhammer" userId="9ab6c6786c526755" providerId="LiveId" clId="{03E3BA8E-12F4-4F1F-B605-35B4BCA65135}" dt="2026-04-29T14:34:31.889" v="735" actId="947"/>
            <ac:spMkLst>
              <pc:docMk/>
              <pc:sldMasterMk cId="0" sldId="2147483738"/>
              <pc:sldLayoutMk cId="867445236" sldId="2147483888"/>
              <ac:spMk id="3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75" v="729" actId="947"/>
            <ac:spMkLst>
              <pc:docMk/>
              <pc:sldMasterMk cId="0" sldId="2147483738"/>
              <pc:sldLayoutMk cId="867445236" sldId="2147483888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51" v="1359" actId="299"/>
            <ac:spMkLst>
              <pc:docMk/>
              <pc:sldMasterMk cId="0" sldId="2147483738"/>
              <pc:sldLayoutMk cId="867445236" sldId="2147483888"/>
              <ac:spMk id="10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85" v="733" actId="947"/>
            <ac:spMkLst>
              <pc:docMk/>
              <pc:sldMasterMk cId="0" sldId="2147483738"/>
              <pc:sldLayoutMk cId="867445236" sldId="2147483888"/>
              <ac:spMk id="11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75" v="1560"/>
            <ac:graphicFrameMkLst>
              <pc:docMk/>
              <pc:sldMasterMk cId="0" sldId="2147483738"/>
              <pc:sldLayoutMk cId="867445236" sldId="2147483888"/>
              <ac:graphicFrameMk id="2" creationId="{AF745C52-B5AB-0D1B-8089-44325EEA23AB}"/>
            </ac:graphicFrameMkLst>
          </pc:graphicFrame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6B32BE99-0123-4714-B244-843AF167915E}" type="datetimeFigureOut">
              <a:rPr lang="de-DE" altLang="de-DE"/>
              <a:pPr>
                <a:defRPr/>
              </a:pPr>
              <a:t>29.04.2026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644249-6D7A-4963-99CF-BBB433572CF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 smtClean="0"/>
            </a:lvl1pPr>
          </a:lstStyle>
          <a:p>
            <a:pPr>
              <a:defRPr/>
            </a:pPr>
            <a:fld id="{865FF3A9-3CDD-4208-82CA-51B3DCAC4392}" type="datetimeFigureOut">
              <a:rPr lang="de-DE" altLang="de-DE" smtClean="0"/>
              <a:pPr>
                <a:defRPr/>
              </a:pPr>
              <a:t>29.04.2026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/>
            </a:lvl1pPr>
          </a:lstStyle>
          <a:p>
            <a:fld id="{561A87E6-38E8-4E05-8E57-3F641CE0C8C8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474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1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oleObject" Target="../embeddings/oleObject4.bin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5.jpe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6.jpe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C01C877-984A-B815-594C-C980093937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7903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01C877-984A-B815-594C-C98009393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649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1B9C74-0786-C518-D04A-64B8338261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5825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1B9C74-0786-C518-D04A-64B8338261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feld 3"/>
          <p:cNvSpPr txBox="1"/>
          <p:nvPr/>
        </p:nvSpPr>
        <p:spPr>
          <a:xfrm>
            <a:off x="-1601788" y="515938"/>
            <a:ext cx="1198563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585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E4A0375-8F13-6F7E-231B-BA2CDFA86E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923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4A0375-8F13-6F7E-231B-BA2CDFA86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-1601788" y="515938"/>
            <a:ext cx="684000" cy="40934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316" name="Grafik 3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732" y="1998343"/>
            <a:ext cx="684000" cy="684000"/>
          </a:xfrm>
          <a:prstGeom prst="rect">
            <a:avLst/>
          </a:prstGeom>
        </p:spPr>
      </p:pic>
      <p:pic>
        <p:nvPicPr>
          <p:cNvPr id="317" name="Grafik 3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66" y="2726514"/>
            <a:ext cx="684000" cy="684000"/>
          </a:xfrm>
          <a:prstGeom prst="rect">
            <a:avLst/>
          </a:prstGeom>
        </p:spPr>
      </p:pic>
      <p:pic>
        <p:nvPicPr>
          <p:cNvPr id="318" name="Grafik 31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04" y="1998343"/>
            <a:ext cx="684000" cy="684000"/>
          </a:xfrm>
          <a:prstGeom prst="rect">
            <a:avLst/>
          </a:prstGeom>
        </p:spPr>
      </p:pic>
      <p:pic>
        <p:nvPicPr>
          <p:cNvPr id="319" name="Grafik 31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09" y="1998343"/>
            <a:ext cx="684000" cy="684000"/>
          </a:xfrm>
          <a:prstGeom prst="rect">
            <a:avLst/>
          </a:prstGeom>
        </p:spPr>
      </p:pic>
      <p:pic>
        <p:nvPicPr>
          <p:cNvPr id="320" name="Grafik 31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618" y="3435502"/>
            <a:ext cx="684000" cy="684000"/>
          </a:xfrm>
          <a:prstGeom prst="rect">
            <a:avLst/>
          </a:prstGeom>
        </p:spPr>
      </p:pic>
      <p:pic>
        <p:nvPicPr>
          <p:cNvPr id="321" name="Grafik 320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744" y="557761"/>
            <a:ext cx="684000" cy="684000"/>
          </a:xfrm>
          <a:prstGeom prst="rect">
            <a:avLst/>
          </a:prstGeom>
        </p:spPr>
      </p:pic>
      <p:pic>
        <p:nvPicPr>
          <p:cNvPr id="322" name="Grafik 3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49" y="2726514"/>
            <a:ext cx="684000" cy="684000"/>
          </a:xfrm>
          <a:prstGeom prst="rect">
            <a:avLst/>
          </a:prstGeom>
        </p:spPr>
      </p:pic>
      <p:pic>
        <p:nvPicPr>
          <p:cNvPr id="323" name="Grafik 32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886" y="1273218"/>
            <a:ext cx="684000" cy="684000"/>
          </a:xfrm>
          <a:prstGeom prst="rect">
            <a:avLst/>
          </a:prstGeom>
        </p:spPr>
      </p:pic>
      <p:pic>
        <p:nvPicPr>
          <p:cNvPr id="324" name="Grafik 32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668" y="1998335"/>
            <a:ext cx="684000" cy="681131"/>
          </a:xfrm>
          <a:prstGeom prst="rect">
            <a:avLst/>
          </a:prstGeom>
        </p:spPr>
      </p:pic>
      <p:pic>
        <p:nvPicPr>
          <p:cNvPr id="325" name="Grafik 32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689" y="3435502"/>
            <a:ext cx="684000" cy="684000"/>
          </a:xfrm>
          <a:prstGeom prst="rect">
            <a:avLst/>
          </a:prstGeom>
        </p:spPr>
      </p:pic>
      <p:pic>
        <p:nvPicPr>
          <p:cNvPr id="326" name="Grafik 32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798" y="3435502"/>
            <a:ext cx="684000" cy="684000"/>
          </a:xfrm>
          <a:prstGeom prst="rect">
            <a:avLst/>
          </a:prstGeom>
        </p:spPr>
      </p:pic>
      <p:pic>
        <p:nvPicPr>
          <p:cNvPr id="327" name="Grafik 32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34" y="1998343"/>
            <a:ext cx="684000" cy="684000"/>
          </a:xfrm>
          <a:prstGeom prst="rect">
            <a:avLst/>
          </a:prstGeom>
        </p:spPr>
      </p:pic>
      <p:pic>
        <p:nvPicPr>
          <p:cNvPr id="328" name="Grafik 32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32" y="2726514"/>
            <a:ext cx="684000" cy="684000"/>
          </a:xfrm>
          <a:prstGeom prst="rect">
            <a:avLst/>
          </a:prstGeom>
        </p:spPr>
      </p:pic>
      <p:pic>
        <p:nvPicPr>
          <p:cNvPr id="329" name="Grafik 32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489" y="2726514"/>
            <a:ext cx="684000" cy="684000"/>
          </a:xfrm>
          <a:prstGeom prst="rect">
            <a:avLst/>
          </a:prstGeom>
        </p:spPr>
      </p:pic>
      <p:pic>
        <p:nvPicPr>
          <p:cNvPr id="330" name="Grafik 329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382" y="1273218"/>
            <a:ext cx="684000" cy="684000"/>
          </a:xfrm>
          <a:prstGeom prst="rect">
            <a:avLst/>
          </a:prstGeom>
        </p:spPr>
      </p:pic>
      <p:pic>
        <p:nvPicPr>
          <p:cNvPr id="331" name="Grafik 330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692" y="2726514"/>
            <a:ext cx="684000" cy="684000"/>
          </a:xfrm>
          <a:prstGeom prst="rect">
            <a:avLst/>
          </a:prstGeom>
        </p:spPr>
      </p:pic>
      <p:pic>
        <p:nvPicPr>
          <p:cNvPr id="332" name="Grafik 331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46" y="557761"/>
            <a:ext cx="684000" cy="684000"/>
          </a:xfrm>
          <a:prstGeom prst="rect">
            <a:avLst/>
          </a:prstGeom>
        </p:spPr>
      </p:pic>
      <p:pic>
        <p:nvPicPr>
          <p:cNvPr id="335" name="Grafik 334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95" y="1273218"/>
            <a:ext cx="684000" cy="684000"/>
          </a:xfrm>
          <a:prstGeom prst="rect">
            <a:avLst/>
          </a:prstGeom>
        </p:spPr>
      </p:pic>
      <p:pic>
        <p:nvPicPr>
          <p:cNvPr id="336" name="Grafik 335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39" y="2726514"/>
            <a:ext cx="684000" cy="684000"/>
          </a:xfrm>
          <a:prstGeom prst="rect">
            <a:avLst/>
          </a:prstGeom>
        </p:spPr>
      </p:pic>
      <p:pic>
        <p:nvPicPr>
          <p:cNvPr id="340" name="Grafik 339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12" y="557761"/>
            <a:ext cx="684000" cy="684000"/>
          </a:xfrm>
          <a:prstGeom prst="rect">
            <a:avLst/>
          </a:prstGeom>
        </p:spPr>
      </p:pic>
      <p:pic>
        <p:nvPicPr>
          <p:cNvPr id="343" name="Grafik 342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995" y="1273218"/>
            <a:ext cx="684000" cy="684000"/>
          </a:xfrm>
          <a:prstGeom prst="rect">
            <a:avLst/>
          </a:prstGeom>
        </p:spPr>
      </p:pic>
      <p:pic>
        <p:nvPicPr>
          <p:cNvPr id="345" name="Grafik 344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680" y="1998343"/>
            <a:ext cx="684000" cy="684000"/>
          </a:xfrm>
          <a:prstGeom prst="rect">
            <a:avLst/>
          </a:prstGeom>
        </p:spPr>
      </p:pic>
      <p:pic>
        <p:nvPicPr>
          <p:cNvPr id="346" name="Grafik 345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344" y="1998343"/>
            <a:ext cx="684000" cy="684000"/>
          </a:xfrm>
          <a:prstGeom prst="rect">
            <a:avLst/>
          </a:prstGeom>
        </p:spPr>
      </p:pic>
      <p:pic>
        <p:nvPicPr>
          <p:cNvPr id="347" name="Grafik 346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963" y="1998343"/>
            <a:ext cx="684000" cy="684000"/>
          </a:xfrm>
          <a:prstGeom prst="rect">
            <a:avLst/>
          </a:prstGeom>
        </p:spPr>
      </p:pic>
      <p:pic>
        <p:nvPicPr>
          <p:cNvPr id="348" name="Grafik 347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71" y="1273218"/>
            <a:ext cx="684000" cy="684000"/>
          </a:xfrm>
          <a:prstGeom prst="rect">
            <a:avLst/>
          </a:prstGeom>
        </p:spPr>
      </p:pic>
      <p:pic>
        <p:nvPicPr>
          <p:cNvPr id="349" name="Grafik 348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8" y="2726514"/>
            <a:ext cx="684000" cy="684000"/>
          </a:xfrm>
          <a:prstGeom prst="rect">
            <a:avLst/>
          </a:prstGeom>
        </p:spPr>
      </p:pic>
      <p:pic>
        <p:nvPicPr>
          <p:cNvPr id="350" name="Grafik 34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0" y="2726514"/>
            <a:ext cx="684000" cy="684000"/>
          </a:xfrm>
          <a:prstGeom prst="rect">
            <a:avLst/>
          </a:prstGeom>
        </p:spPr>
      </p:pic>
      <p:pic>
        <p:nvPicPr>
          <p:cNvPr id="352" name="Grafik 351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069" y="1998343"/>
            <a:ext cx="684000" cy="684000"/>
          </a:xfrm>
          <a:prstGeom prst="rect">
            <a:avLst/>
          </a:prstGeom>
        </p:spPr>
      </p:pic>
      <p:pic>
        <p:nvPicPr>
          <p:cNvPr id="354" name="Grafik 353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204" y="2726514"/>
            <a:ext cx="684000" cy="684000"/>
          </a:xfrm>
          <a:prstGeom prst="rect">
            <a:avLst/>
          </a:prstGeom>
        </p:spPr>
      </p:pic>
      <p:pic>
        <p:nvPicPr>
          <p:cNvPr id="355" name="Grafik 354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512" y="1273218"/>
            <a:ext cx="684000" cy="684000"/>
          </a:xfrm>
          <a:prstGeom prst="rect">
            <a:avLst/>
          </a:prstGeom>
        </p:spPr>
      </p:pic>
      <p:pic>
        <p:nvPicPr>
          <p:cNvPr id="356" name="Grafik 355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637" y="1998343"/>
            <a:ext cx="684000" cy="684000"/>
          </a:xfrm>
          <a:prstGeom prst="rect">
            <a:avLst/>
          </a:prstGeom>
        </p:spPr>
      </p:pic>
      <p:pic>
        <p:nvPicPr>
          <p:cNvPr id="358" name="Grafik 357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82" y="3435502"/>
            <a:ext cx="684000" cy="684000"/>
          </a:xfrm>
          <a:prstGeom prst="rect">
            <a:avLst/>
          </a:prstGeom>
        </p:spPr>
      </p:pic>
      <p:pic>
        <p:nvPicPr>
          <p:cNvPr id="360" name="Grafik 359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365" y="1273218"/>
            <a:ext cx="684000" cy="684000"/>
          </a:xfrm>
          <a:prstGeom prst="rect">
            <a:avLst/>
          </a:prstGeom>
        </p:spPr>
      </p:pic>
      <p:pic>
        <p:nvPicPr>
          <p:cNvPr id="368" name="Grafik 367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29" y="3435502"/>
            <a:ext cx="684000" cy="684000"/>
          </a:xfrm>
          <a:prstGeom prst="rect">
            <a:avLst/>
          </a:prstGeom>
        </p:spPr>
      </p:pic>
      <p:pic>
        <p:nvPicPr>
          <p:cNvPr id="369" name="Grafik 368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526" y="1998343"/>
            <a:ext cx="684000" cy="684000"/>
          </a:xfrm>
          <a:prstGeom prst="rect">
            <a:avLst/>
          </a:prstGeom>
        </p:spPr>
      </p:pic>
      <p:pic>
        <p:nvPicPr>
          <p:cNvPr id="370" name="Grafik 369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338" y="2726514"/>
            <a:ext cx="684000" cy="684000"/>
          </a:xfrm>
          <a:prstGeom prst="rect">
            <a:avLst/>
          </a:prstGeom>
        </p:spPr>
      </p:pic>
      <p:pic>
        <p:nvPicPr>
          <p:cNvPr id="371" name="Grafik 370"/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1998343"/>
            <a:ext cx="684000" cy="684000"/>
          </a:xfrm>
          <a:prstGeom prst="rect">
            <a:avLst/>
          </a:prstGeom>
        </p:spPr>
      </p:pic>
      <p:pic>
        <p:nvPicPr>
          <p:cNvPr id="376" name="Grafik 375"/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06" y="557761"/>
            <a:ext cx="684000" cy="684000"/>
          </a:xfrm>
          <a:prstGeom prst="rect">
            <a:avLst/>
          </a:prstGeom>
        </p:spPr>
      </p:pic>
      <p:pic>
        <p:nvPicPr>
          <p:cNvPr id="384" name="Grafik 383"/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96" y="1998343"/>
            <a:ext cx="684000" cy="684000"/>
          </a:xfrm>
          <a:prstGeom prst="rect">
            <a:avLst/>
          </a:prstGeom>
        </p:spPr>
      </p:pic>
      <p:pic>
        <p:nvPicPr>
          <p:cNvPr id="392" name="Grafik 391"/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967" y="1273218"/>
            <a:ext cx="684000" cy="684000"/>
          </a:xfrm>
          <a:prstGeom prst="rect">
            <a:avLst/>
          </a:prstGeom>
        </p:spPr>
      </p:pic>
      <p:pic>
        <p:nvPicPr>
          <p:cNvPr id="393" name="Grafik 392"/>
          <p:cNvPicPr>
            <a:picLocks noChangeAspect="1"/>
          </p:cNvPicPr>
          <p:nvPr userDrawn="1"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336" y="557761"/>
            <a:ext cx="684000" cy="684000"/>
          </a:xfrm>
          <a:prstGeom prst="rect">
            <a:avLst/>
          </a:prstGeom>
        </p:spPr>
      </p:pic>
      <p:pic>
        <p:nvPicPr>
          <p:cNvPr id="403" name="Grafik 402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365" y="1273218"/>
            <a:ext cx="684000" cy="684000"/>
          </a:xfrm>
          <a:prstGeom prst="rect">
            <a:avLst/>
          </a:prstGeom>
        </p:spPr>
      </p:pic>
      <p:pic>
        <p:nvPicPr>
          <p:cNvPr id="404" name="Grafik 403"/>
          <p:cNvPicPr>
            <a:picLocks noChangeAspect="1"/>
          </p:cNvPicPr>
          <p:nvPr userDrawn="1"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183" y="1273218"/>
            <a:ext cx="684000" cy="684000"/>
          </a:xfrm>
          <a:prstGeom prst="rect">
            <a:avLst/>
          </a:prstGeom>
        </p:spPr>
      </p:pic>
      <p:pic>
        <p:nvPicPr>
          <p:cNvPr id="405" name="Grafik 404"/>
          <p:cNvPicPr>
            <a:picLocks noChangeAspect="1"/>
          </p:cNvPicPr>
          <p:nvPr userDrawn="1"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557761"/>
            <a:ext cx="684000" cy="684000"/>
          </a:xfrm>
          <a:prstGeom prst="rect">
            <a:avLst/>
          </a:prstGeom>
        </p:spPr>
      </p:pic>
      <p:pic>
        <p:nvPicPr>
          <p:cNvPr id="406" name="Grafik 405"/>
          <p:cNvPicPr>
            <a:picLocks noChangeAspect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1273218"/>
            <a:ext cx="684000" cy="684000"/>
          </a:xfrm>
          <a:prstGeom prst="rect">
            <a:avLst/>
          </a:prstGeom>
        </p:spPr>
      </p:pic>
      <p:pic>
        <p:nvPicPr>
          <p:cNvPr id="408" name="Grafik 407"/>
          <p:cNvPicPr>
            <a:picLocks noChangeAspect="1"/>
          </p:cNvPicPr>
          <p:nvPr userDrawn="1"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07" y="2726514"/>
            <a:ext cx="684000" cy="684000"/>
          </a:xfrm>
          <a:prstGeom prst="rect">
            <a:avLst/>
          </a:prstGeom>
        </p:spPr>
      </p:pic>
      <p:pic>
        <p:nvPicPr>
          <p:cNvPr id="412" name="Grafik 411"/>
          <p:cNvPicPr>
            <a:picLocks noChangeAspect="1"/>
          </p:cNvPicPr>
          <p:nvPr userDrawn="1"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360" y="4147930"/>
            <a:ext cx="684000" cy="684000"/>
          </a:xfrm>
          <a:prstGeom prst="rect">
            <a:avLst/>
          </a:prstGeom>
        </p:spPr>
      </p:pic>
      <p:pic>
        <p:nvPicPr>
          <p:cNvPr id="416" name="Grafik 415"/>
          <p:cNvPicPr>
            <a:picLocks noChangeAspect="1"/>
          </p:cNvPicPr>
          <p:nvPr userDrawn="1"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331" y="1273218"/>
            <a:ext cx="684000" cy="684000"/>
          </a:xfrm>
          <a:prstGeom prst="rect">
            <a:avLst/>
          </a:prstGeom>
        </p:spPr>
      </p:pic>
      <p:pic>
        <p:nvPicPr>
          <p:cNvPr id="421" name="Grafik 420"/>
          <p:cNvPicPr>
            <a:picLocks noChangeAspect="1"/>
          </p:cNvPicPr>
          <p:nvPr userDrawn="1"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210" y="557761"/>
            <a:ext cx="684000" cy="684000"/>
          </a:xfrm>
          <a:prstGeom prst="rect">
            <a:avLst/>
          </a:prstGeom>
        </p:spPr>
      </p:pic>
      <p:pic>
        <p:nvPicPr>
          <p:cNvPr id="423" name="Grafik 422"/>
          <p:cNvPicPr>
            <a:picLocks noChangeAspect="1"/>
          </p:cNvPicPr>
          <p:nvPr userDrawn="1"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429" y="1998343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745C52-B5AB-0D1B-8089-44325EEA23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7642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745C52-B5AB-0D1B-8089-44325EEA23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 userDrawn="1"/>
        </p:nvSpPr>
        <p:spPr>
          <a:xfrm>
            <a:off x="-1601788" y="515938"/>
            <a:ext cx="1198563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solidFill>
                  <a:schemeClr val="bg1"/>
                </a:solidFill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solidFill>
                  <a:schemeClr val="bg1"/>
                </a:solidFill>
                <a:latin typeface="+mn-lt"/>
                <a:ea typeface="+mn-ea"/>
              </a:rPr>
              <a:t>Zuschneidewerkzeug</a:t>
            </a: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Rechteck 2"/>
          <p:cNvSpPr/>
          <p:nvPr userDrawn="1"/>
        </p:nvSpPr>
        <p:spPr>
          <a:xfrm>
            <a:off x="0" y="0"/>
            <a:ext cx="12801600" cy="4493342"/>
          </a:xfrm>
          <a:prstGeom prst="rect">
            <a:avLst/>
          </a:prstGeom>
          <a:solidFill>
            <a:srgbClr val="0054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004" y="781050"/>
            <a:ext cx="2247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4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EB032D-9756-D57B-B52B-3B2BA77679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9126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EB032D-9756-D57B-B52B-3B2BA7767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r Verbinder 4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355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039FF64-378B-1C1D-544E-331DEEA4F2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568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39FF64-378B-1C1D-544E-331DEEA4F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3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87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6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DCDE0B3-2C7F-329E-982F-9D35535A12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744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CDE0B3-2C7F-329E-982F-9D35535A12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39337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263DEAB-683F-FB95-9B08-BE78C9CF5A9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222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63DEAB-683F-FB95-9B08-BE78C9CF5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FontTx/>
              <a:buNone/>
              <a:defRPr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01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CA5642-7CB1-0290-5174-1DC553C4D4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472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CA5642-7CB1-0290-5174-1DC553C4D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58341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026A35-292E-84B3-8F03-83BE8999AD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404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026A35-292E-84B3-8F03-83BE8999A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0">
              <a:buNone/>
              <a:defRPr sz="900" baseline="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224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7BD0446-2559-C71F-F2BC-8975B9BD77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71757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BD0446-2559-C71F-F2BC-8975B9BD77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9322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EDF7F6-9B6B-9CBF-9F4E-35F95870B4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097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EDF7F6-9B6B-9CBF-9F4E-35F95870B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rtl="0"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</a:t>
            </a:r>
            <a:r>
              <a:rPr lang="de-DE" altLang="de-DE" sz="3200" b="1">
                <a:solidFill>
                  <a:schemeClr val="tx2"/>
                </a:solidFill>
              </a:rPr>
              <a:t>Ihre Aufmerksamkeit</a:t>
            </a:r>
            <a:endParaRPr lang="de-DE" altLang="de-DE" sz="3200" b="1" dirty="0">
              <a:solidFill>
                <a:schemeClr val="tx2"/>
              </a:solidFill>
            </a:endParaRPr>
          </a:p>
        </p:txBody>
      </p:sp>
      <p:pic>
        <p:nvPicPr>
          <p:cNvPr id="4" name="Grafik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1514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14198A7-348E-3988-7EF7-E15DB893939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6" imgW="425" imgH="426" progId="TCLayout.ActiveDocument.1">
                  <p:embed/>
                </p:oleObj>
              </mc:Choice>
              <mc:Fallback>
                <p:oleObj name="think-cell Folie" r:id="rId1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4198A7-348E-3988-7EF7-E15DB8939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Grafik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rtl="0"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Wettbewerbsorientierte Marktanalyse mit Large Language Models</a:t>
            </a:r>
          </a:p>
          <a:p>
            <a:pPr rtl="0" eaLnBrk="1" hangingPunct="1">
              <a:defRPr/>
            </a:pPr>
            <a:r>
              <a:rPr lang="de-DE" altLang="de-DE" sz="900" baseline="0" dirty="0">
                <a:solidFill>
                  <a:schemeClr val="tx2"/>
                </a:solidFill>
              </a:rPr>
              <a:t>RWTH Aachen University  I  Research Group Electronic Business  I </a:t>
            </a:r>
            <a:r>
              <a:rPr lang="de-DE" altLang="de-DE" sz="900" baseline="0" dirty="0" err="1">
                <a:solidFill>
                  <a:schemeClr val="tx2"/>
                </a:solidFill>
              </a:rPr>
              <a:t>Yurou</a:t>
            </a:r>
            <a:r>
              <a:rPr lang="de-DE" altLang="de-DE" sz="900" baseline="0" dirty="0">
                <a:solidFill>
                  <a:schemeClr val="tx2"/>
                </a:solidFill>
              </a:rPr>
              <a:t> Zhang I  April 2026</a:t>
            </a:r>
            <a:endParaRPr lang="de-DE" altLang="de-DE" sz="900" dirty="0">
              <a:solidFill>
                <a:schemeClr val="tx2"/>
              </a:solidFill>
            </a:endParaRPr>
          </a:p>
          <a:p>
            <a:pPr rtl="0"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rtl="0" eaLnBrk="1" hangingPunct="1"/>
            <a:fld id="{DF93E05B-4F25-41CE-AAEA-99D7F24FD381}" type="slidenum">
              <a:rPr lang="de-DE" altLang="de-DE" sz="900">
                <a:solidFill>
                  <a:schemeClr val="tx2"/>
                </a:solidFill>
              </a:rPr>
              <a:pPr rtl="0" eaLnBrk="1" hangingPunct="1"/>
              <a:t>‹Nr.›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8" r:id="rId4"/>
    <p:sldLayoutId id="2147483882" r:id="rId5"/>
    <p:sldLayoutId id="2147483883" r:id="rId6"/>
    <p:sldLayoutId id="2147483887" r:id="rId7"/>
    <p:sldLayoutId id="2147483876" r:id="rId8"/>
    <p:sldLayoutId id="2147483877" r:id="rId9"/>
    <p:sldLayoutId id="2147483884" r:id="rId10"/>
    <p:sldLayoutId id="2147483885" r:id="rId11"/>
    <p:sldLayoutId id="2147483878" r:id="rId12"/>
    <p:sldLayoutId id="2147483886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ata.org/en/pressroom/2025-releases/2025-06-02-01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www.zdfheute.de/wirtschaft/unternehmen/lufthansa-cityline-kurzstreckenfluege-gestrichen-100.html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6" Type="http://schemas.openxmlformats.org/officeDocument/2006/relationships/image" Target="../media/image5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D7F46B-91CB-6131-D525-8DF2DB8C28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530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5" imgH="426" progId="TCLayout.ActiveDocument.1">
                  <p:embed/>
                </p:oleObj>
              </mc:Choice>
              <mc:Fallback>
                <p:oleObj name="think-cell Folie" r:id="rId4" imgW="425" imgH="42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7F46B-91CB-6131-D525-8DF2DB8C28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A76A271-2885-0635-F814-CCCD9644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noProof="0" dirty="0"/>
              <a:t>Ein dynamischer, datenintensiver Markt mit relevanten Ineffizienzen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2E73FA-0485-C948-816E-1BBC18B5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Motivation und Branche: Marktlücken und </a:t>
            </a:r>
            <a:r>
              <a:rPr lang="de-DE" dirty="0"/>
              <a:t>Ü</a:t>
            </a:r>
            <a:r>
              <a:rPr lang="de-DE" noProof="0" dirty="0" err="1"/>
              <a:t>ber</a:t>
            </a:r>
            <a:r>
              <a:rPr lang="de-DE" dirty="0"/>
              <a:t>k</a:t>
            </a:r>
            <a:r>
              <a:rPr lang="de-DE" noProof="0" dirty="0" err="1"/>
              <a:t>apazitäten</a:t>
            </a:r>
            <a:r>
              <a:rPr lang="de-DE" noProof="0" dirty="0"/>
              <a:t> in der Passagierluftfahrt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E88248-2C3C-B374-00CE-6E6A5E54E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117" y="3452773"/>
            <a:ext cx="5683767" cy="1983291"/>
          </a:xfrm>
        </p:spPr>
        <p:txBody>
          <a:bodyPr anchor="ctr" anchorCtr="0"/>
          <a:lstStyle/>
          <a:p>
            <a:r>
              <a:rPr lang="de-DE" noProof="0" dirty="0"/>
              <a:t>Hohe Relevanz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Dynamischer Markt </a:t>
            </a:r>
            <a:r>
              <a:rPr lang="de-DE" dirty="0"/>
              <a:t>mit </a:t>
            </a:r>
            <a:r>
              <a:rPr lang="de-DE" noProof="0" dirty="0"/>
              <a:t>~ USD 700 </a:t>
            </a:r>
            <a:r>
              <a:rPr lang="de-DE" noProof="0" dirty="0" err="1"/>
              <a:t>bn</a:t>
            </a:r>
            <a:r>
              <a:rPr lang="de-DE" noProof="0" dirty="0"/>
              <a:t> Volumen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Diskrete Angebotsentscheidungen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Inhärente Ineffizienzen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0C58688-77FD-1CBB-3AC1-53453D699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17" y="1684801"/>
            <a:ext cx="11484000" cy="1744199"/>
          </a:xfrm>
          <a:prstGeom prst="rect">
            <a:avLst/>
          </a:prstGeom>
          <a:ln>
            <a:solidFill>
              <a:srgbClr val="00549F"/>
            </a:solidFill>
          </a:ln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83C41CD-B0B1-CDFF-D154-5C43C40149FE}"/>
              </a:ext>
            </a:extLst>
          </p:cNvPr>
          <p:cNvSpPr txBox="1">
            <a:spLocks/>
          </p:cNvSpPr>
          <p:nvPr/>
        </p:nvSpPr>
        <p:spPr>
          <a:xfrm>
            <a:off x="6125117" y="3452773"/>
            <a:ext cx="5742000" cy="198329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Tx/>
              <a:buNone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Gute Umsetzbarkeit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Datenintensiver Markt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Verfügbarkeit der Daten im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Möglichkeit zur Testung des Tools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65A23F-1945-B4CB-B0AB-BC84718C02C3}"/>
              </a:ext>
            </a:extLst>
          </p:cNvPr>
          <p:cNvSpPr txBox="1"/>
          <p:nvPr/>
        </p:nvSpPr>
        <p:spPr>
          <a:xfrm>
            <a:off x="383117" y="5777120"/>
            <a:ext cx="85074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Quellen: </a:t>
            </a:r>
            <a:r>
              <a:rPr lang="de-DE" sz="800" dirty="0">
                <a:hlinkClick r:id="rId7"/>
              </a:rPr>
              <a:t>https://www.zdfheute.de/wirtschaft/unternehmen/lufthansa-cityline-kurzstreckenfluege-gestrichen-100.html</a:t>
            </a:r>
            <a:r>
              <a:rPr lang="de-DE" sz="800" dirty="0"/>
              <a:t>; </a:t>
            </a:r>
            <a:r>
              <a:rPr lang="de-DE" sz="800" dirty="0">
                <a:hlinkClick r:id="rId8"/>
              </a:rPr>
              <a:t>https://www.iata.org/en/pressroom/2025-releases/2025-06-02-01/</a:t>
            </a:r>
            <a:r>
              <a:rPr lang="de-DE" sz="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48708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räsentation_Master_RWTH_Verwaltung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31793575-807D-424B-A95D-BD1FA51D6B9C}" vid="{EDE4B280-3FBA-4B2F-94A9-F36ED973D8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Praesentation_Master_RWTH_Verwaltung_16zu9</Template>
  <TotalTime>0</TotalTime>
  <Words>80</Words>
  <Application>Microsoft Office PowerPoint</Application>
  <PresentationFormat>Breitbild</PresentationFormat>
  <Paragraphs>11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Symbol</vt:lpstr>
      <vt:lpstr>Wingdings</vt:lpstr>
      <vt:lpstr>Präsentation_Master_RWTH_Verwaltung_16zu9</vt:lpstr>
      <vt:lpstr>think-cell Folie</vt:lpstr>
      <vt:lpstr>Ein dynamischer, datenintensiver Markt mit relevanten Ineffizienzen</vt:lpstr>
    </vt:vector>
  </TitlesOfParts>
  <Company>ZHV RWTH Aachen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Paschert, Sandra</dc:creator>
  <cp:lastModifiedBy>Oscar Pochhammer</cp:lastModifiedBy>
  <cp:revision>370</cp:revision>
  <dcterms:created xsi:type="dcterms:W3CDTF">2022-05-12T06:41:21Z</dcterms:created>
  <dcterms:modified xsi:type="dcterms:W3CDTF">2026-04-29T14:52:13Z</dcterms:modified>
</cp:coreProperties>
</file>